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2" r:id="rId4"/>
    <p:sldMasterId id="214748371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embeddedFontLst>
    <p:embeddedFont>
      <p:font typeface="Newsreader"/>
      <p:regular r:id="rId34"/>
      <p:bold r:id="rId35"/>
      <p:italic r:id="rId36"/>
      <p:boldItalic r:id="rId37"/>
    </p:embeddedFont>
    <p:embeddedFont>
      <p:font typeface="DM Sans Light"/>
      <p:regular r:id="rId38"/>
      <p:bold r:id="rId39"/>
      <p:italic r:id="rId40"/>
      <p:boldItalic r:id="rId41"/>
    </p:embeddedFont>
    <p:embeddedFont>
      <p:font typeface="DM Sans SemiBold"/>
      <p:regular r:id="rId42"/>
      <p:bold r:id="rId43"/>
      <p:italic r:id="rId44"/>
      <p:boldItalic r:id="rId45"/>
    </p:embeddedFont>
    <p:embeddedFont>
      <p:font typeface="DM Sans"/>
      <p:regular r:id="rId46"/>
      <p:bold r:id="rId47"/>
      <p:italic r:id="rId48"/>
      <p:boldItalic r:id="rId49"/>
    </p:embeddedFont>
    <p:embeddedFont>
      <p:font typeface="Newsreader SemiBold"/>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Light-italic.fntdata"/><Relationship Id="rId42" Type="http://schemas.openxmlformats.org/officeDocument/2006/relationships/font" Target="fonts/DMSansSemiBold-regular.fntdata"/><Relationship Id="rId41" Type="http://schemas.openxmlformats.org/officeDocument/2006/relationships/font" Target="fonts/DMSansLight-boldItalic.fntdata"/><Relationship Id="rId44" Type="http://schemas.openxmlformats.org/officeDocument/2006/relationships/font" Target="fonts/DMSansSemiBold-italic.fntdata"/><Relationship Id="rId43" Type="http://schemas.openxmlformats.org/officeDocument/2006/relationships/font" Target="fonts/DMSansSemiBold-bold.fntdata"/><Relationship Id="rId46" Type="http://schemas.openxmlformats.org/officeDocument/2006/relationships/font" Target="fonts/DMSans-regular.fntdata"/><Relationship Id="rId45" Type="http://schemas.openxmlformats.org/officeDocument/2006/relationships/font" Target="fonts/DMSans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DMSans-italic.fntdata"/><Relationship Id="rId47" Type="http://schemas.openxmlformats.org/officeDocument/2006/relationships/font" Target="fonts/DMSans-bold.fntdata"/><Relationship Id="rId49" Type="http://schemas.openxmlformats.org/officeDocument/2006/relationships/font" Target="fonts/DMSans-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font" Target="fonts/Newsreader-bold.fntdata"/><Relationship Id="rId34" Type="http://schemas.openxmlformats.org/officeDocument/2006/relationships/font" Target="fonts/Newsreader-regular.fntdata"/><Relationship Id="rId37" Type="http://schemas.openxmlformats.org/officeDocument/2006/relationships/font" Target="fonts/Newsreader-boldItalic.fntdata"/><Relationship Id="rId36" Type="http://schemas.openxmlformats.org/officeDocument/2006/relationships/font" Target="fonts/Newsreader-italic.fntdata"/><Relationship Id="rId39" Type="http://schemas.openxmlformats.org/officeDocument/2006/relationships/font" Target="fonts/DMSansLight-bold.fntdata"/><Relationship Id="rId38" Type="http://schemas.openxmlformats.org/officeDocument/2006/relationships/font" Target="fonts/DMSansLight-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NewsreaderSemiBold-bold.fntdata"/><Relationship Id="rId50" Type="http://schemas.openxmlformats.org/officeDocument/2006/relationships/font" Target="fonts/NewsreaderSemiBold-regular.fntdata"/><Relationship Id="rId53" Type="http://schemas.openxmlformats.org/officeDocument/2006/relationships/font" Target="fonts/NewsreaderSemiBold-boldItalic.fntdata"/><Relationship Id="rId52" Type="http://schemas.openxmlformats.org/officeDocument/2006/relationships/font" Target="fonts/NewsreaderSemi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abaaf4242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abaaf4242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abaaf42429_0_1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abaaf42429_0_1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ae2809b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ae2809b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ae2809b79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ae2809b79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Over the past twenty years, hydraulic fracturing has dramatically expanded oil and gas production across the U.S., especially in states like Ohio where shale formations are rich in hydrocarbons. This growth has been accompanied by a sharp increase in wastewater generated from fracking, creating new operational and environmental challenges. Our work focuses on understanding how this wastewater is handled and what it means for production activity.</a:t>
            </a:r>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ae2809b793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ae2809b793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When shale is fractured, significant amounts of fluid return to the surface. This wastewater contains highly saline brine, chemical additives, and materials pulled from deep underground. Because of its composition, disposing of it safely is essential—not only to protect drinking water, but also to maintain the stability of the reservoir after production.</a:t>
            </a:r>
            <a:endParaRPr/>
          </a:p>
          <a:p>
            <a:pPr indent="0" lvl="0" marL="0" rtl="0" algn="l">
              <a:lnSpc>
                <a:spcPct val="115000"/>
              </a:lnSpc>
              <a:spcBef>
                <a:spcPts val="1200"/>
              </a:spcBef>
              <a:spcAft>
                <a:spcPts val="0"/>
              </a:spcAft>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ae2809b793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ae2809b793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The primary disposal method is deep underground injection, which keeps the wastewater away from sensitive formations. But injection also changes subsurface pressure. Those pressure changes can extend outward from an injection well and potentially influence nearby production wells. This may reduce output efficiency or cause fluids to migrate in unintended ways.</a:t>
            </a:r>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ae2809b793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3ae2809b793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This project examines the relationship between injection well activity and nearby oil and gas production. We look at whether production changes are associated with injection volumes, how these effects vary with distance from the injection well, and how geology and well type may influence the strength of these interactions.</a:t>
            </a:r>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ae2809b793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ae2809b793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Overall, this work supports safer, more sustainable development of Ohio’s oil and gas resources. By better understanding the relationship between injection and production wells, Stonebridge can protect reservoir integrity, minimize environmental impacts, and plan more effectively for the future.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abaaf42429_0_1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3abaaf42429_0_1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abaaf42429_0_1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3abaaf42429_0_1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ae2809b79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3ae2809b79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ae2809b79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ae2809b793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abaaf42429_0_1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3abaaf42429_0_1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abaaf42429_0_18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3abaaf42429_0_18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ae2809b79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3ae2809b79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ae2809b793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3ae2809b793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ae2809b793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3ae2809b793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ae2809b793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3ae2809b793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ae2809b793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3ae2809b793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ae2809b793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3ae2809b793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ae2809b793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3ae2809b793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ae2809b79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3ae2809b79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ae2809b793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3ae2809b793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ae2809b793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9" name="Google Shape;749;g3ae2809b793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ae2809b793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3ae2809b793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3ae2809b793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3ae2809b793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abaaf42429_0_1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3abaaf42429_0_1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54" name="Shape 54"/>
        <p:cNvGrpSpPr/>
        <p:nvPr/>
      </p:nvGrpSpPr>
      <p:grpSpPr>
        <a:xfrm>
          <a:off x="0" y="0"/>
          <a:ext cx="0" cy="0"/>
          <a:chOff x="0" y="0"/>
          <a:chExt cx="0" cy="0"/>
        </a:xfrm>
      </p:grpSpPr>
      <p:sp>
        <p:nvSpPr>
          <p:cNvPr id="55" name="Google Shape;55;p14"/>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56" name="Google Shape;56;p1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57" name="Google Shape;57;p1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BLANK_1_1_1_1_3">
    <p:spTree>
      <p:nvGrpSpPr>
        <p:cNvPr id="58" name="Shape 58"/>
        <p:cNvGrpSpPr/>
        <p:nvPr/>
      </p:nvGrpSpPr>
      <p:grpSpPr>
        <a:xfrm>
          <a:off x="0" y="0"/>
          <a:ext cx="0" cy="0"/>
          <a:chOff x="0" y="0"/>
          <a:chExt cx="0" cy="0"/>
        </a:xfrm>
      </p:grpSpPr>
      <p:sp>
        <p:nvSpPr>
          <p:cNvPr id="59" name="Google Shape;59;p15"/>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60" name="Google Shape;60;p1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1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62" name="Google Shape;62;p15"/>
          <p:cNvSpPr txBox="1"/>
          <p:nvPr>
            <p:ph idx="2" type="subTitle"/>
          </p:nvPr>
        </p:nvSpPr>
        <p:spPr>
          <a:xfrm>
            <a:off x="362125"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5"/>
          <p:cNvSpPr txBox="1"/>
          <p:nvPr>
            <p:ph idx="3" type="subTitle"/>
          </p:nvPr>
        </p:nvSpPr>
        <p:spPr>
          <a:xfrm>
            <a:off x="3154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5"/>
          <p:cNvSpPr txBox="1"/>
          <p:nvPr>
            <p:ph idx="4" type="subTitle"/>
          </p:nvPr>
        </p:nvSpPr>
        <p:spPr>
          <a:xfrm>
            <a:off x="6216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5"/>
          <p:cNvSpPr txBox="1"/>
          <p:nvPr>
            <p:ph idx="5" type="subTitle"/>
          </p:nvPr>
        </p:nvSpPr>
        <p:spPr>
          <a:xfrm>
            <a:off x="362125" y="2206700"/>
            <a:ext cx="2575800" cy="12483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yebrow ">
  <p:cSld name="BLANK_1_1_1_1_2_1">
    <p:spTree>
      <p:nvGrpSpPr>
        <p:cNvPr id="66" name="Shape 66"/>
        <p:cNvGrpSpPr/>
        <p:nvPr/>
      </p:nvGrpSpPr>
      <p:grpSpPr>
        <a:xfrm>
          <a:off x="0" y="0"/>
          <a:ext cx="0" cy="0"/>
          <a:chOff x="0" y="0"/>
          <a:chExt cx="0" cy="0"/>
        </a:xfrm>
      </p:grpSpPr>
      <p:sp>
        <p:nvSpPr>
          <p:cNvPr id="67" name="Google Shape;67;p1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6"/>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69" name="Google Shape;69;p16"/>
          <p:cNvSpPr txBox="1"/>
          <p:nvPr>
            <p:ph idx="1"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bg>
      <p:bgPr>
        <a:solidFill>
          <a:schemeClr val="lt1"/>
        </a:solidFill>
      </p:bgPr>
    </p:bg>
    <p:spTree>
      <p:nvGrpSpPr>
        <p:cNvPr id="71" name="Shape 71"/>
        <p:cNvGrpSpPr/>
        <p:nvPr/>
      </p:nvGrpSpPr>
      <p:grpSpPr>
        <a:xfrm>
          <a:off x="0" y="0"/>
          <a:ext cx="0" cy="0"/>
          <a:chOff x="0" y="0"/>
          <a:chExt cx="0" cy="0"/>
        </a:xfrm>
      </p:grpSpPr>
      <p:sp>
        <p:nvSpPr>
          <p:cNvPr id="72" name="Google Shape;72;p17"/>
          <p:cNvSpPr txBox="1"/>
          <p:nvPr>
            <p:ph idx="1" type="subTitle"/>
          </p:nvPr>
        </p:nvSpPr>
        <p:spPr>
          <a:xfrm>
            <a:off x="3619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3" name="Google Shape;73;p17"/>
          <p:cNvSpPr txBox="1"/>
          <p:nvPr>
            <p:ph type="title"/>
          </p:nvPr>
        </p:nvSpPr>
        <p:spPr>
          <a:xfrm>
            <a:off x="361975" y="962100"/>
            <a:ext cx="4163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74" name="Google Shape;74;p1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17"/>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6" name="Google Shape;76;p17"/>
          <p:cNvSpPr txBox="1"/>
          <p:nvPr>
            <p:ph idx="3" type="subTitle"/>
          </p:nvPr>
        </p:nvSpPr>
        <p:spPr>
          <a:xfrm>
            <a:off x="49096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7" name="Google Shape;77;p17"/>
          <p:cNvSpPr txBox="1"/>
          <p:nvPr>
            <p:ph idx="4" type="subTitle"/>
          </p:nvPr>
        </p:nvSpPr>
        <p:spPr>
          <a:xfrm>
            <a:off x="3619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8" name="Google Shape;78;p17"/>
          <p:cNvSpPr txBox="1"/>
          <p:nvPr>
            <p:ph idx="5" type="subTitle"/>
          </p:nvPr>
        </p:nvSpPr>
        <p:spPr>
          <a:xfrm>
            <a:off x="49096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9" name="Google Shape;79;p17"/>
          <p:cNvSpPr txBox="1"/>
          <p:nvPr>
            <p:ph idx="6" type="subTitle"/>
          </p:nvPr>
        </p:nvSpPr>
        <p:spPr>
          <a:xfrm>
            <a:off x="3619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0" name="Google Shape;80;p17"/>
          <p:cNvSpPr txBox="1"/>
          <p:nvPr>
            <p:ph idx="7" type="subTitle"/>
          </p:nvPr>
        </p:nvSpPr>
        <p:spPr>
          <a:xfrm>
            <a:off x="49096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p:cSld name="BLANK_1_1_1_1_1_1_1_1_1_1_1_1_1_1_2">
    <p:bg>
      <p:bgPr>
        <a:solidFill>
          <a:schemeClr val="accent6"/>
        </a:solidFill>
      </p:bgPr>
    </p:bg>
    <p:spTree>
      <p:nvGrpSpPr>
        <p:cNvPr id="81" name="Shape 81"/>
        <p:cNvGrpSpPr/>
        <p:nvPr/>
      </p:nvGrpSpPr>
      <p:grpSpPr>
        <a:xfrm>
          <a:off x="0" y="0"/>
          <a:ext cx="0" cy="0"/>
          <a:chOff x="0" y="0"/>
          <a:chExt cx="0" cy="0"/>
        </a:xfrm>
      </p:grpSpPr>
      <p:sp>
        <p:nvSpPr>
          <p:cNvPr id="82" name="Google Shape;82;p1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u="sng"/>
          </a:p>
        </p:txBody>
      </p:sp>
      <p:sp>
        <p:nvSpPr>
          <p:cNvPr id="83" name="Google Shape;83;p1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8"/>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85" name="Google Shape;85;p18"/>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86" name="Google Shape;86;p18"/>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87" name="Google Shape;87;p18"/>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88" name="Google Shape;88;p18"/>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89" name="Google Shape;89;p18"/>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90" name="Google Shape;90;p1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91" name="Google Shape;91;p18"/>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 Alt 1">
  <p:cSld name="BLANK_1_1_1_1_1_1_1_1_1_1_1_1_1_1_2_2">
    <p:bg>
      <p:bgPr>
        <a:solidFill>
          <a:schemeClr val="accent6"/>
        </a:solidFill>
      </p:bgPr>
    </p:bg>
    <p:spTree>
      <p:nvGrpSpPr>
        <p:cNvPr id="92" name="Shape 92"/>
        <p:cNvGrpSpPr/>
        <p:nvPr/>
      </p:nvGrpSpPr>
      <p:grpSpPr>
        <a:xfrm>
          <a:off x="0" y="0"/>
          <a:ext cx="0" cy="0"/>
          <a:chOff x="0" y="0"/>
          <a:chExt cx="0" cy="0"/>
        </a:xfrm>
      </p:grpSpPr>
      <p:sp>
        <p:nvSpPr>
          <p:cNvPr id="93" name="Google Shape;93;p1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9"/>
          <p:cNvSpPr txBox="1"/>
          <p:nvPr>
            <p:ph idx="2" type="body"/>
          </p:nvPr>
        </p:nvSpPr>
        <p:spPr>
          <a:xfrm>
            <a:off x="4845475" y="99868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95" name="Google Shape;95;p19"/>
          <p:cNvSpPr txBox="1"/>
          <p:nvPr>
            <p:ph idx="3" type="subTitle"/>
          </p:nvPr>
        </p:nvSpPr>
        <p:spPr>
          <a:xfrm>
            <a:off x="4845475" y="666041"/>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96" name="Google Shape;96;p19"/>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97" name="Google Shape;97;p19"/>
          <p:cNvSpPr txBox="1"/>
          <p:nvPr>
            <p:ph idx="4"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9"/>
          <p:cNvSpPr txBox="1"/>
          <p:nvPr>
            <p:ph idx="5" type="body"/>
          </p:nvPr>
        </p:nvSpPr>
        <p:spPr>
          <a:xfrm>
            <a:off x="4845475" y="392743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99" name="Google Shape;99;p19"/>
          <p:cNvSpPr txBox="1"/>
          <p:nvPr>
            <p:ph idx="6" type="subTitle"/>
          </p:nvPr>
        </p:nvSpPr>
        <p:spPr>
          <a:xfrm>
            <a:off x="4845475" y="3594791"/>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00" name="Google Shape;100;p19"/>
          <p:cNvSpPr txBox="1"/>
          <p:nvPr>
            <p:ph idx="7" type="body"/>
          </p:nvPr>
        </p:nvSpPr>
        <p:spPr>
          <a:xfrm>
            <a:off x="4845475" y="2431037"/>
            <a:ext cx="3382500" cy="5877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01" name="Google Shape;101;p19"/>
          <p:cNvSpPr txBox="1"/>
          <p:nvPr>
            <p:ph idx="8" type="subTitle"/>
          </p:nvPr>
        </p:nvSpPr>
        <p:spPr>
          <a:xfrm>
            <a:off x="4845475" y="2098390"/>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02" name="Google Shape;102;p19"/>
          <p:cNvSpPr txBox="1"/>
          <p:nvPr>
            <p:ph idx="9" type="body"/>
          </p:nvPr>
        </p:nvSpPr>
        <p:spPr>
          <a:xfrm>
            <a:off x="356100" y="3243900"/>
            <a:ext cx="2798700" cy="1334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Dark">
  <p:cSld name="BLANK_1_1_1_1_1_1_1_1_1_1_1_1_1_1_2_1">
    <p:bg>
      <p:bgPr>
        <a:solidFill>
          <a:schemeClr val="lt1"/>
        </a:solidFill>
      </p:bgPr>
    </p:bg>
    <p:spTree>
      <p:nvGrpSpPr>
        <p:cNvPr id="103" name="Shape 103"/>
        <p:cNvGrpSpPr/>
        <p:nvPr/>
      </p:nvGrpSpPr>
      <p:grpSpPr>
        <a:xfrm>
          <a:off x="0" y="0"/>
          <a:ext cx="0" cy="0"/>
          <a:chOff x="0" y="0"/>
          <a:chExt cx="0" cy="0"/>
        </a:xfrm>
      </p:grpSpPr>
      <p:sp>
        <p:nvSpPr>
          <p:cNvPr id="104" name="Google Shape;104;p2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6" name="Google Shape;106;p20"/>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07" name="Google Shape;107;p20"/>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08" name="Google Shape;108;p20"/>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09" name="Google Shape;109;p20"/>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10" name="Google Shape;110;p20"/>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111" name="Google Shape;111;p20"/>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12" name="Google Shape;112;p20"/>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13" name="Google Shape;113;p20"/>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four big ideas">
  <p:cSld name="BLANK_1_1_1_1_1_1_1_1_1_1_1_1_1_1_1">
    <p:bg>
      <p:bgPr>
        <a:solidFill>
          <a:schemeClr val="lt1"/>
        </a:solidFill>
      </p:bgPr>
    </p:bg>
    <p:spTree>
      <p:nvGrpSpPr>
        <p:cNvPr id="114" name="Shape 114"/>
        <p:cNvGrpSpPr/>
        <p:nvPr/>
      </p:nvGrpSpPr>
      <p:grpSpPr>
        <a:xfrm>
          <a:off x="0" y="0"/>
          <a:ext cx="0" cy="0"/>
          <a:chOff x="0" y="0"/>
          <a:chExt cx="0" cy="0"/>
        </a:xfrm>
      </p:grpSpPr>
      <p:sp>
        <p:nvSpPr>
          <p:cNvPr id="115" name="Google Shape;115;p21"/>
          <p:cNvSpPr txBox="1"/>
          <p:nvPr>
            <p:ph idx="1" type="body"/>
          </p:nvPr>
        </p:nvSpPr>
        <p:spPr>
          <a:xfrm>
            <a:off x="2610420"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16" name="Google Shape;116;p21"/>
          <p:cNvSpPr txBox="1"/>
          <p:nvPr>
            <p:ph idx="2" type="subTitle"/>
          </p:nvPr>
        </p:nvSpPr>
        <p:spPr>
          <a:xfrm>
            <a:off x="2610418"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17" name="Google Shape;117;p2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1"/>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9" name="Google Shape;119;p21"/>
          <p:cNvSpPr txBox="1"/>
          <p:nvPr>
            <p:ph idx="4" type="body"/>
          </p:nvPr>
        </p:nvSpPr>
        <p:spPr>
          <a:xfrm>
            <a:off x="4889772" y="2943375"/>
            <a:ext cx="1645800" cy="16080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20" name="Google Shape;120;p21"/>
          <p:cNvSpPr txBox="1"/>
          <p:nvPr>
            <p:ph idx="5" type="subTitle"/>
          </p:nvPr>
        </p:nvSpPr>
        <p:spPr>
          <a:xfrm>
            <a:off x="4889774"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21" name="Google Shape;121;p21"/>
          <p:cNvSpPr txBox="1"/>
          <p:nvPr>
            <p:ph idx="6" type="body"/>
          </p:nvPr>
        </p:nvSpPr>
        <p:spPr>
          <a:xfrm>
            <a:off x="713087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22" name="Google Shape;122;p21"/>
          <p:cNvSpPr txBox="1"/>
          <p:nvPr>
            <p:ph idx="7" type="subTitle"/>
          </p:nvPr>
        </p:nvSpPr>
        <p:spPr>
          <a:xfrm>
            <a:off x="7130874"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23" name="Google Shape;123;p21"/>
          <p:cNvSpPr txBox="1"/>
          <p:nvPr>
            <p:ph idx="8" type="body"/>
          </p:nvPr>
        </p:nvSpPr>
        <p:spPr>
          <a:xfrm>
            <a:off x="36052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24" name="Google Shape;124;p21"/>
          <p:cNvSpPr txBox="1"/>
          <p:nvPr>
            <p:ph idx="9" type="subTitle"/>
          </p:nvPr>
        </p:nvSpPr>
        <p:spPr>
          <a:xfrm>
            <a:off x="360533"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25" name="Google Shape;125;p21"/>
          <p:cNvSpPr txBox="1"/>
          <p:nvPr>
            <p:ph idx="1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26" name="Google Shape;126;p21"/>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solidFill>
                  <a:schemeClr val="dk1"/>
                </a:solidFill>
              </a:defRPr>
            </a:lvl1pPr>
            <a:lvl2pPr lvl="1" algn="ctr">
              <a:spcBef>
                <a:spcPts val="0"/>
              </a:spcBef>
              <a:spcAft>
                <a:spcPts val="0"/>
              </a:spcAft>
              <a:buNone/>
              <a:defRPr sz="2200">
                <a:solidFill>
                  <a:schemeClr val="dk1"/>
                </a:solidFill>
              </a:defRPr>
            </a:lvl2pPr>
            <a:lvl3pPr lvl="2" algn="ctr">
              <a:spcBef>
                <a:spcPts val="0"/>
              </a:spcBef>
              <a:spcAft>
                <a:spcPts val="0"/>
              </a:spcAft>
              <a:buNone/>
              <a:defRPr sz="2200">
                <a:solidFill>
                  <a:schemeClr val="dk1"/>
                </a:solidFill>
              </a:defRPr>
            </a:lvl3pPr>
            <a:lvl4pPr lvl="3" algn="ctr">
              <a:spcBef>
                <a:spcPts val="0"/>
              </a:spcBef>
              <a:spcAft>
                <a:spcPts val="0"/>
              </a:spcAft>
              <a:buNone/>
              <a:defRPr sz="2200">
                <a:solidFill>
                  <a:schemeClr val="dk1"/>
                </a:solidFill>
              </a:defRPr>
            </a:lvl4pPr>
            <a:lvl5pPr lvl="4" algn="ctr">
              <a:spcBef>
                <a:spcPts val="0"/>
              </a:spcBef>
              <a:spcAft>
                <a:spcPts val="0"/>
              </a:spcAft>
              <a:buNone/>
              <a:defRPr sz="2200">
                <a:solidFill>
                  <a:schemeClr val="dk1"/>
                </a:solidFill>
              </a:defRPr>
            </a:lvl5pPr>
            <a:lvl6pPr lvl="5" algn="ctr">
              <a:spcBef>
                <a:spcPts val="0"/>
              </a:spcBef>
              <a:spcAft>
                <a:spcPts val="0"/>
              </a:spcAft>
              <a:buNone/>
              <a:defRPr sz="2200">
                <a:solidFill>
                  <a:schemeClr val="dk1"/>
                </a:solidFill>
              </a:defRPr>
            </a:lvl6pPr>
            <a:lvl7pPr lvl="6" algn="ctr">
              <a:spcBef>
                <a:spcPts val="0"/>
              </a:spcBef>
              <a:spcAft>
                <a:spcPts val="0"/>
              </a:spcAft>
              <a:buNone/>
              <a:defRPr sz="2200">
                <a:solidFill>
                  <a:schemeClr val="dk1"/>
                </a:solidFill>
              </a:defRPr>
            </a:lvl7pPr>
            <a:lvl8pPr lvl="7" algn="ctr">
              <a:spcBef>
                <a:spcPts val="0"/>
              </a:spcBef>
              <a:spcAft>
                <a:spcPts val="0"/>
              </a:spcAft>
              <a:buNone/>
              <a:defRPr sz="2200">
                <a:solidFill>
                  <a:schemeClr val="dk1"/>
                </a:solidFill>
              </a:defRPr>
            </a:lvl8pPr>
            <a:lvl9pPr lvl="8" algn="ctr">
              <a:spcBef>
                <a:spcPts val="0"/>
              </a:spcBef>
              <a:spcAft>
                <a:spcPts val="0"/>
              </a:spcAft>
              <a:buNone/>
              <a:defRPr sz="22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
    <p:bg>
      <p:bgPr>
        <a:solidFill>
          <a:schemeClr val="accent2"/>
        </a:solidFill>
      </p:bgPr>
    </p:bg>
    <p:spTree>
      <p:nvGrpSpPr>
        <p:cNvPr id="127" name="Shape 127"/>
        <p:cNvGrpSpPr/>
        <p:nvPr/>
      </p:nvGrpSpPr>
      <p:grpSpPr>
        <a:xfrm>
          <a:off x="0" y="0"/>
          <a:ext cx="0" cy="0"/>
          <a:chOff x="0" y="0"/>
          <a:chExt cx="0" cy="0"/>
        </a:xfrm>
      </p:grpSpPr>
      <p:sp>
        <p:nvSpPr>
          <p:cNvPr id="128" name="Google Shape;128;p2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22"/>
          <p:cNvSpPr txBox="1"/>
          <p:nvPr>
            <p:ph idx="2" type="body"/>
          </p:nvPr>
        </p:nvSpPr>
        <p:spPr>
          <a:xfrm>
            <a:off x="361975" y="3231275"/>
            <a:ext cx="1457400" cy="10776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
        <p:nvSpPr>
          <p:cNvPr id="131" name="Google Shape;131;p22"/>
          <p:cNvSpPr txBox="1"/>
          <p:nvPr>
            <p:ph idx="3" type="subTitle"/>
          </p:nvPr>
        </p:nvSpPr>
        <p:spPr>
          <a:xfrm>
            <a:off x="3619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2" name="Google Shape;132;p22"/>
          <p:cNvSpPr txBox="1"/>
          <p:nvPr>
            <p:ph idx="4"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3" name="Google Shape;133;p22"/>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lvl1pPr>
            <a:lvl2pPr lvl="1" algn="ctr">
              <a:spcBef>
                <a:spcPts val="0"/>
              </a:spcBef>
              <a:spcAft>
                <a:spcPts val="0"/>
              </a:spcAft>
              <a:buNone/>
              <a:defRPr sz="2200"/>
            </a:lvl2pPr>
            <a:lvl3pPr lvl="2" algn="ctr">
              <a:spcBef>
                <a:spcPts val="0"/>
              </a:spcBef>
              <a:spcAft>
                <a:spcPts val="0"/>
              </a:spcAft>
              <a:buNone/>
              <a:defRPr sz="2200"/>
            </a:lvl3pPr>
            <a:lvl4pPr lvl="3" algn="ctr">
              <a:spcBef>
                <a:spcPts val="0"/>
              </a:spcBef>
              <a:spcAft>
                <a:spcPts val="0"/>
              </a:spcAft>
              <a:buNone/>
              <a:defRPr sz="2200"/>
            </a:lvl4pPr>
            <a:lvl5pPr lvl="4" algn="ctr">
              <a:spcBef>
                <a:spcPts val="0"/>
              </a:spcBef>
              <a:spcAft>
                <a:spcPts val="0"/>
              </a:spcAft>
              <a:buNone/>
              <a:defRPr sz="2200"/>
            </a:lvl5pPr>
            <a:lvl6pPr lvl="5" algn="ctr">
              <a:spcBef>
                <a:spcPts val="0"/>
              </a:spcBef>
              <a:spcAft>
                <a:spcPts val="0"/>
              </a:spcAft>
              <a:buNone/>
              <a:defRPr sz="2200"/>
            </a:lvl6pPr>
            <a:lvl7pPr lvl="6" algn="ctr">
              <a:spcBef>
                <a:spcPts val="0"/>
              </a:spcBef>
              <a:spcAft>
                <a:spcPts val="0"/>
              </a:spcAft>
              <a:buNone/>
              <a:defRPr sz="2200"/>
            </a:lvl7pPr>
            <a:lvl8pPr lvl="7" algn="ctr">
              <a:spcBef>
                <a:spcPts val="0"/>
              </a:spcBef>
              <a:spcAft>
                <a:spcPts val="0"/>
              </a:spcAft>
              <a:buNone/>
              <a:defRPr sz="2200"/>
            </a:lvl8pPr>
            <a:lvl9pPr lvl="8" algn="ctr">
              <a:spcBef>
                <a:spcPts val="0"/>
              </a:spcBef>
              <a:spcAft>
                <a:spcPts val="0"/>
              </a:spcAft>
              <a:buNone/>
              <a:defRPr sz="2200"/>
            </a:lvl9pPr>
          </a:lstStyle>
          <a:p/>
        </p:txBody>
      </p:sp>
      <p:sp>
        <p:nvSpPr>
          <p:cNvPr id="134" name="Google Shape;134;p22"/>
          <p:cNvSpPr txBox="1"/>
          <p:nvPr>
            <p:ph idx="5" type="subTitle"/>
          </p:nvPr>
        </p:nvSpPr>
        <p:spPr>
          <a:xfrm>
            <a:off x="73192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5" name="Google Shape;135;p22"/>
          <p:cNvSpPr txBox="1"/>
          <p:nvPr>
            <p:ph idx="6" type="body"/>
          </p:nvPr>
        </p:nvSpPr>
        <p:spPr>
          <a:xfrm>
            <a:off x="210130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6" name="Google Shape;136;p22"/>
          <p:cNvSpPr txBox="1"/>
          <p:nvPr>
            <p:ph idx="7" type="body"/>
          </p:nvPr>
        </p:nvSpPr>
        <p:spPr>
          <a:xfrm>
            <a:off x="384062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7" name="Google Shape;137;p22"/>
          <p:cNvSpPr txBox="1"/>
          <p:nvPr>
            <p:ph idx="8" type="body"/>
          </p:nvPr>
        </p:nvSpPr>
        <p:spPr>
          <a:xfrm>
            <a:off x="557995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8" name="Google Shape;138;p22"/>
          <p:cNvSpPr txBox="1"/>
          <p:nvPr>
            <p:ph idx="9" type="subTitle"/>
          </p:nvPr>
        </p:nvSpPr>
        <p:spPr>
          <a:xfrm>
            <a:off x="210130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9" name="Google Shape;139;p22"/>
          <p:cNvSpPr txBox="1"/>
          <p:nvPr>
            <p:ph idx="13" type="subTitle"/>
          </p:nvPr>
        </p:nvSpPr>
        <p:spPr>
          <a:xfrm>
            <a:off x="384062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0" name="Google Shape;140;p22"/>
          <p:cNvSpPr txBox="1"/>
          <p:nvPr>
            <p:ph idx="14" type="subTitle"/>
          </p:nvPr>
        </p:nvSpPr>
        <p:spPr>
          <a:xfrm>
            <a:off x="557995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1" name="Google Shape;141;p22"/>
          <p:cNvSpPr txBox="1"/>
          <p:nvPr>
            <p:ph idx="15" type="body"/>
          </p:nvPr>
        </p:nvSpPr>
        <p:spPr>
          <a:xfrm>
            <a:off x="731927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1"/>
        </a:solidFill>
      </p:bgPr>
    </p:bg>
    <p:spTree>
      <p:nvGrpSpPr>
        <p:cNvPr id="142" name="Shape 142"/>
        <p:cNvGrpSpPr/>
        <p:nvPr/>
      </p:nvGrpSpPr>
      <p:grpSpPr>
        <a:xfrm>
          <a:off x="0" y="0"/>
          <a:ext cx="0" cy="0"/>
          <a:chOff x="0" y="0"/>
          <a:chExt cx="0" cy="0"/>
        </a:xfrm>
      </p:grpSpPr>
      <p:sp>
        <p:nvSpPr>
          <p:cNvPr id="143" name="Google Shape;143;p2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5" name="Google Shape;145;p23"/>
          <p:cNvSpPr txBox="1"/>
          <p:nvPr>
            <p:ph idx="2" type="body"/>
          </p:nvPr>
        </p:nvSpPr>
        <p:spPr>
          <a:xfrm>
            <a:off x="71308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46" name="Google Shape;146;p23"/>
          <p:cNvSpPr txBox="1"/>
          <p:nvPr>
            <p:ph idx="3" type="subTitle"/>
          </p:nvPr>
        </p:nvSpPr>
        <p:spPr>
          <a:xfrm>
            <a:off x="71308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47" name="Google Shape;147;p23"/>
          <p:cNvSpPr txBox="1"/>
          <p:nvPr>
            <p:ph idx="4" type="subTitle"/>
          </p:nvPr>
        </p:nvSpPr>
        <p:spPr>
          <a:xfrm>
            <a:off x="71308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48" name="Google Shape;148;p23"/>
          <p:cNvSpPr txBox="1"/>
          <p:nvPr>
            <p:ph idx="5" type="body"/>
          </p:nvPr>
        </p:nvSpPr>
        <p:spPr>
          <a:xfrm>
            <a:off x="4892138"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49" name="Google Shape;149;p23"/>
          <p:cNvSpPr txBox="1"/>
          <p:nvPr>
            <p:ph idx="6" type="subTitle"/>
          </p:nvPr>
        </p:nvSpPr>
        <p:spPr>
          <a:xfrm>
            <a:off x="4892138"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0" name="Google Shape;150;p23"/>
          <p:cNvSpPr txBox="1"/>
          <p:nvPr>
            <p:ph idx="7" type="subTitle"/>
          </p:nvPr>
        </p:nvSpPr>
        <p:spPr>
          <a:xfrm>
            <a:off x="4892138"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1" name="Google Shape;151;p23"/>
          <p:cNvSpPr txBox="1"/>
          <p:nvPr>
            <p:ph idx="8" type="body"/>
          </p:nvPr>
        </p:nvSpPr>
        <p:spPr>
          <a:xfrm>
            <a:off x="2607050" y="3628800"/>
            <a:ext cx="1645800" cy="6801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2" name="Google Shape;152;p23"/>
          <p:cNvSpPr txBox="1"/>
          <p:nvPr>
            <p:ph idx="9" type="subTitle"/>
          </p:nvPr>
        </p:nvSpPr>
        <p:spPr>
          <a:xfrm>
            <a:off x="2607050"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3" name="Google Shape;153;p23"/>
          <p:cNvSpPr txBox="1"/>
          <p:nvPr>
            <p:ph idx="13" type="subTitle"/>
          </p:nvPr>
        </p:nvSpPr>
        <p:spPr>
          <a:xfrm>
            <a:off x="2607050"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4" name="Google Shape;154;p23"/>
          <p:cNvSpPr txBox="1"/>
          <p:nvPr>
            <p:ph idx="14" type="body"/>
          </p:nvPr>
        </p:nvSpPr>
        <p:spPr>
          <a:xfrm>
            <a:off x="3619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5" name="Google Shape;155;p23"/>
          <p:cNvSpPr txBox="1"/>
          <p:nvPr>
            <p:ph idx="15" type="subTitle"/>
          </p:nvPr>
        </p:nvSpPr>
        <p:spPr>
          <a:xfrm>
            <a:off x="3619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6" name="Google Shape;156;p23"/>
          <p:cNvSpPr txBox="1"/>
          <p:nvPr>
            <p:ph idx="16" type="subTitle"/>
          </p:nvPr>
        </p:nvSpPr>
        <p:spPr>
          <a:xfrm>
            <a:off x="3619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7" name="Google Shape;157;p23"/>
          <p:cNvSpPr txBox="1"/>
          <p:nvPr>
            <p:ph idx="17"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58" name="Google Shape;158;p23"/>
          <p:cNvSpPr txBox="1"/>
          <p:nvPr>
            <p:ph type="title"/>
          </p:nvPr>
        </p:nvSpPr>
        <p:spPr>
          <a:xfrm>
            <a:off x="1406600" y="988557"/>
            <a:ext cx="6330900" cy="5877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2200">
                <a:solidFill>
                  <a:schemeClr val="dk1"/>
                </a:solidFill>
              </a:defRPr>
            </a:lvl1pPr>
            <a:lvl2pPr lvl="1" algn="ctr">
              <a:lnSpc>
                <a:spcPct val="90000"/>
              </a:lnSpc>
              <a:spcBef>
                <a:spcPts val="0"/>
              </a:spcBef>
              <a:spcAft>
                <a:spcPts val="0"/>
              </a:spcAft>
              <a:buNone/>
              <a:defRPr sz="2200">
                <a:solidFill>
                  <a:schemeClr val="dk1"/>
                </a:solidFill>
              </a:defRPr>
            </a:lvl2pPr>
            <a:lvl3pPr lvl="2" algn="ctr">
              <a:lnSpc>
                <a:spcPct val="90000"/>
              </a:lnSpc>
              <a:spcBef>
                <a:spcPts val="0"/>
              </a:spcBef>
              <a:spcAft>
                <a:spcPts val="0"/>
              </a:spcAft>
              <a:buNone/>
              <a:defRPr sz="2200">
                <a:solidFill>
                  <a:schemeClr val="dk1"/>
                </a:solidFill>
              </a:defRPr>
            </a:lvl3pPr>
            <a:lvl4pPr lvl="3" algn="ctr">
              <a:lnSpc>
                <a:spcPct val="90000"/>
              </a:lnSpc>
              <a:spcBef>
                <a:spcPts val="0"/>
              </a:spcBef>
              <a:spcAft>
                <a:spcPts val="0"/>
              </a:spcAft>
              <a:buNone/>
              <a:defRPr sz="2200">
                <a:solidFill>
                  <a:schemeClr val="dk1"/>
                </a:solidFill>
              </a:defRPr>
            </a:lvl4pPr>
            <a:lvl5pPr lvl="4" algn="ctr">
              <a:lnSpc>
                <a:spcPct val="90000"/>
              </a:lnSpc>
              <a:spcBef>
                <a:spcPts val="0"/>
              </a:spcBef>
              <a:spcAft>
                <a:spcPts val="0"/>
              </a:spcAft>
              <a:buNone/>
              <a:defRPr sz="2200">
                <a:solidFill>
                  <a:schemeClr val="dk1"/>
                </a:solidFill>
              </a:defRPr>
            </a:lvl5pPr>
            <a:lvl6pPr lvl="5" algn="ctr">
              <a:lnSpc>
                <a:spcPct val="90000"/>
              </a:lnSpc>
              <a:spcBef>
                <a:spcPts val="0"/>
              </a:spcBef>
              <a:spcAft>
                <a:spcPts val="0"/>
              </a:spcAft>
              <a:buNone/>
              <a:defRPr sz="2200">
                <a:solidFill>
                  <a:schemeClr val="dk1"/>
                </a:solidFill>
              </a:defRPr>
            </a:lvl6pPr>
            <a:lvl7pPr lvl="6" algn="ctr">
              <a:lnSpc>
                <a:spcPct val="90000"/>
              </a:lnSpc>
              <a:spcBef>
                <a:spcPts val="0"/>
              </a:spcBef>
              <a:spcAft>
                <a:spcPts val="0"/>
              </a:spcAft>
              <a:buNone/>
              <a:defRPr sz="2200">
                <a:solidFill>
                  <a:schemeClr val="dk1"/>
                </a:solidFill>
              </a:defRPr>
            </a:lvl7pPr>
            <a:lvl8pPr lvl="7" algn="ctr">
              <a:lnSpc>
                <a:spcPct val="90000"/>
              </a:lnSpc>
              <a:spcBef>
                <a:spcPts val="0"/>
              </a:spcBef>
              <a:spcAft>
                <a:spcPts val="0"/>
              </a:spcAft>
              <a:buNone/>
              <a:defRPr sz="2200">
                <a:solidFill>
                  <a:schemeClr val="dk1"/>
                </a:solidFill>
              </a:defRPr>
            </a:lvl8pPr>
            <a:lvl9pPr lvl="8" algn="ctr">
              <a:lnSpc>
                <a:spcPct val="90000"/>
              </a:lnSpc>
              <a:spcBef>
                <a:spcPts val="0"/>
              </a:spcBef>
              <a:spcAft>
                <a:spcPts val="0"/>
              </a:spcAft>
              <a:buNone/>
              <a:defRPr sz="2200">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bg>
      <p:bgPr>
        <a:solidFill>
          <a:schemeClr val="lt1"/>
        </a:solidFill>
      </p:bgPr>
    </p:bg>
    <p:spTree>
      <p:nvGrpSpPr>
        <p:cNvPr id="159" name="Shape 159"/>
        <p:cNvGrpSpPr/>
        <p:nvPr/>
      </p:nvGrpSpPr>
      <p:grpSpPr>
        <a:xfrm>
          <a:off x="0" y="0"/>
          <a:ext cx="0" cy="0"/>
          <a:chOff x="0" y="0"/>
          <a:chExt cx="0" cy="0"/>
        </a:xfrm>
      </p:grpSpPr>
      <p:sp>
        <p:nvSpPr>
          <p:cNvPr id="160" name="Google Shape;160;p24"/>
          <p:cNvSpPr/>
          <p:nvPr>
            <p:ph idx="2" type="pic"/>
          </p:nvPr>
        </p:nvSpPr>
        <p:spPr>
          <a:xfrm>
            <a:off x="4587725" y="-8750"/>
            <a:ext cx="4572000" cy="5152200"/>
          </a:xfrm>
          <a:prstGeom prst="rect">
            <a:avLst/>
          </a:prstGeom>
          <a:noFill/>
          <a:ln>
            <a:noFill/>
          </a:ln>
        </p:spPr>
      </p:sp>
      <p:sp>
        <p:nvSpPr>
          <p:cNvPr id="161" name="Google Shape;161;p24"/>
          <p:cNvSpPr txBox="1"/>
          <p:nvPr>
            <p:ph type="title"/>
          </p:nvPr>
        </p:nvSpPr>
        <p:spPr>
          <a:xfrm>
            <a:off x="361975" y="923525"/>
            <a:ext cx="3860100" cy="587700"/>
          </a:xfrm>
          <a:prstGeom prst="rect">
            <a:avLst/>
          </a:prstGeom>
        </p:spPr>
        <p:txBody>
          <a:bodyPr anchorCtr="0" anchor="t" bIns="91425" lIns="91425" spcFirstLastPara="1" rIns="91425" wrap="square" tIns="91425">
            <a:noAutofit/>
          </a:bodyPr>
          <a:lstStyle>
            <a:lvl1pPr lvl="0" algn="ctr">
              <a:lnSpc>
                <a:spcPct val="80000"/>
              </a:lnSpc>
              <a:spcBef>
                <a:spcPts val="0"/>
              </a:spcBef>
              <a:spcAft>
                <a:spcPts val="0"/>
              </a:spcAft>
              <a:buNone/>
              <a:defRPr sz="4200">
                <a:solidFill>
                  <a:schemeClr val="dk1"/>
                </a:solidFill>
              </a:defRPr>
            </a:lvl1pPr>
            <a:lvl2pPr lvl="1" algn="ctr">
              <a:lnSpc>
                <a:spcPct val="115000"/>
              </a:lnSpc>
              <a:spcBef>
                <a:spcPts val="0"/>
              </a:spcBef>
              <a:spcAft>
                <a:spcPts val="0"/>
              </a:spcAft>
              <a:buNone/>
              <a:defRPr>
                <a:solidFill>
                  <a:schemeClr val="dk1"/>
                </a:solidFill>
              </a:defRPr>
            </a:lvl2pPr>
            <a:lvl3pPr lvl="2" algn="ctr">
              <a:lnSpc>
                <a:spcPct val="115000"/>
              </a:lnSpc>
              <a:spcBef>
                <a:spcPts val="0"/>
              </a:spcBef>
              <a:spcAft>
                <a:spcPts val="0"/>
              </a:spcAft>
              <a:buNone/>
              <a:defRPr>
                <a:solidFill>
                  <a:schemeClr val="dk1"/>
                </a:solidFill>
              </a:defRPr>
            </a:lvl3pPr>
            <a:lvl4pPr lvl="3" algn="ctr">
              <a:lnSpc>
                <a:spcPct val="115000"/>
              </a:lnSpc>
              <a:spcBef>
                <a:spcPts val="0"/>
              </a:spcBef>
              <a:spcAft>
                <a:spcPts val="0"/>
              </a:spcAft>
              <a:buNone/>
              <a:defRPr>
                <a:solidFill>
                  <a:schemeClr val="dk1"/>
                </a:solidFill>
              </a:defRPr>
            </a:lvl4pPr>
            <a:lvl5pPr lvl="4" algn="ctr">
              <a:lnSpc>
                <a:spcPct val="115000"/>
              </a:lnSpc>
              <a:spcBef>
                <a:spcPts val="0"/>
              </a:spcBef>
              <a:spcAft>
                <a:spcPts val="0"/>
              </a:spcAft>
              <a:buNone/>
              <a:defRPr>
                <a:solidFill>
                  <a:schemeClr val="dk1"/>
                </a:solidFill>
              </a:defRPr>
            </a:lvl5pPr>
            <a:lvl6pPr lvl="5" algn="ctr">
              <a:lnSpc>
                <a:spcPct val="115000"/>
              </a:lnSpc>
              <a:spcBef>
                <a:spcPts val="0"/>
              </a:spcBef>
              <a:spcAft>
                <a:spcPts val="0"/>
              </a:spcAft>
              <a:buNone/>
              <a:defRPr>
                <a:solidFill>
                  <a:schemeClr val="dk1"/>
                </a:solidFill>
              </a:defRPr>
            </a:lvl6pPr>
            <a:lvl7pPr lvl="6" algn="ctr">
              <a:lnSpc>
                <a:spcPct val="115000"/>
              </a:lnSpc>
              <a:spcBef>
                <a:spcPts val="0"/>
              </a:spcBef>
              <a:spcAft>
                <a:spcPts val="0"/>
              </a:spcAft>
              <a:buNone/>
              <a:defRPr>
                <a:solidFill>
                  <a:schemeClr val="dk1"/>
                </a:solidFill>
              </a:defRPr>
            </a:lvl7pPr>
            <a:lvl8pPr lvl="7" algn="ctr">
              <a:lnSpc>
                <a:spcPct val="115000"/>
              </a:lnSpc>
              <a:spcBef>
                <a:spcPts val="0"/>
              </a:spcBef>
              <a:spcAft>
                <a:spcPts val="0"/>
              </a:spcAft>
              <a:buNone/>
              <a:defRPr>
                <a:solidFill>
                  <a:schemeClr val="dk1"/>
                </a:solidFill>
              </a:defRPr>
            </a:lvl8pPr>
            <a:lvl9pPr lvl="8" algn="ctr">
              <a:lnSpc>
                <a:spcPct val="115000"/>
              </a:lnSpc>
              <a:spcBef>
                <a:spcPts val="0"/>
              </a:spcBef>
              <a:spcAft>
                <a:spcPts val="0"/>
              </a:spcAft>
              <a:buNone/>
              <a:defRPr>
                <a:solidFill>
                  <a:schemeClr val="dk1"/>
                </a:solidFill>
              </a:defRPr>
            </a:lvl9pPr>
          </a:lstStyle>
          <a:p/>
        </p:txBody>
      </p:sp>
      <p:sp>
        <p:nvSpPr>
          <p:cNvPr id="162" name="Google Shape;162;p24"/>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Font typeface="Newsreader"/>
              <a:buNone/>
              <a:defRPr>
                <a:solidFill>
                  <a:schemeClr val="dk1"/>
                </a:solidFill>
              </a:defRPr>
            </a:lvl2pPr>
            <a:lvl3pPr lvl="2">
              <a:spcBef>
                <a:spcPts val="0"/>
              </a:spcBef>
              <a:spcAft>
                <a:spcPts val="0"/>
              </a:spcAft>
              <a:buClr>
                <a:schemeClr val="dk1"/>
              </a:buClr>
              <a:buSzPts val="1400"/>
              <a:buFont typeface="Newsreader"/>
              <a:buNone/>
              <a:defRPr>
                <a:solidFill>
                  <a:schemeClr val="dk1"/>
                </a:solidFill>
              </a:defRPr>
            </a:lvl3pPr>
            <a:lvl4pPr lvl="3">
              <a:spcBef>
                <a:spcPts val="0"/>
              </a:spcBef>
              <a:spcAft>
                <a:spcPts val="0"/>
              </a:spcAft>
              <a:buClr>
                <a:schemeClr val="dk1"/>
              </a:buClr>
              <a:buSzPts val="1400"/>
              <a:buFont typeface="Newsreader"/>
              <a:buNone/>
              <a:defRPr>
                <a:solidFill>
                  <a:schemeClr val="dk1"/>
                </a:solidFill>
              </a:defRPr>
            </a:lvl4pPr>
            <a:lvl5pPr lvl="4">
              <a:spcBef>
                <a:spcPts val="0"/>
              </a:spcBef>
              <a:spcAft>
                <a:spcPts val="0"/>
              </a:spcAft>
              <a:buClr>
                <a:schemeClr val="dk1"/>
              </a:buClr>
              <a:buSzPts val="1400"/>
              <a:buFont typeface="Newsreader"/>
              <a:buNone/>
              <a:defRPr>
                <a:solidFill>
                  <a:schemeClr val="dk1"/>
                </a:solidFill>
              </a:defRPr>
            </a:lvl5pPr>
            <a:lvl6pPr lvl="5">
              <a:spcBef>
                <a:spcPts val="0"/>
              </a:spcBef>
              <a:spcAft>
                <a:spcPts val="0"/>
              </a:spcAft>
              <a:buClr>
                <a:schemeClr val="dk1"/>
              </a:buClr>
              <a:buSzPts val="1400"/>
              <a:buFont typeface="Newsreader"/>
              <a:buNone/>
              <a:defRPr>
                <a:solidFill>
                  <a:schemeClr val="dk1"/>
                </a:solidFill>
              </a:defRPr>
            </a:lvl6pPr>
            <a:lvl7pPr lvl="6">
              <a:spcBef>
                <a:spcPts val="0"/>
              </a:spcBef>
              <a:spcAft>
                <a:spcPts val="0"/>
              </a:spcAft>
              <a:buClr>
                <a:schemeClr val="dk1"/>
              </a:buClr>
              <a:buSzPts val="1400"/>
              <a:buFont typeface="Newsreader"/>
              <a:buNone/>
              <a:defRPr>
                <a:solidFill>
                  <a:schemeClr val="dk1"/>
                </a:solidFill>
              </a:defRPr>
            </a:lvl7pPr>
            <a:lvl8pPr lvl="7">
              <a:spcBef>
                <a:spcPts val="0"/>
              </a:spcBef>
              <a:spcAft>
                <a:spcPts val="0"/>
              </a:spcAft>
              <a:buClr>
                <a:schemeClr val="dk1"/>
              </a:buClr>
              <a:buSzPts val="1400"/>
              <a:buFont typeface="Newsreader"/>
              <a:buNone/>
              <a:defRPr>
                <a:solidFill>
                  <a:schemeClr val="dk1"/>
                </a:solidFill>
              </a:defRPr>
            </a:lvl8pPr>
            <a:lvl9pPr lvl="8">
              <a:spcBef>
                <a:spcPts val="0"/>
              </a:spcBef>
              <a:spcAft>
                <a:spcPts val="0"/>
              </a:spcAft>
              <a:buClr>
                <a:schemeClr val="dk1"/>
              </a:buClr>
              <a:buSzPts val="1400"/>
              <a:buFont typeface="Newsreader"/>
              <a:buNone/>
              <a:defRPr>
                <a:solidFill>
                  <a:schemeClr val="dk1"/>
                </a:solidFill>
              </a:defRPr>
            </a:lvl9pPr>
          </a:lstStyle>
          <a:p/>
        </p:txBody>
      </p:sp>
      <p:sp>
        <p:nvSpPr>
          <p:cNvPr id="163" name="Google Shape;163;p24"/>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lvl1pPr indent="-292100" lvl="0" marL="4572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ctr">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Four steps">
  <p:cSld name="CUSTOM_7_1_1_1_1_1_1_1_1_1_1_1_1_1_1_1_1_1_2">
    <p:bg>
      <p:bgPr>
        <a:solidFill>
          <a:schemeClr val="lt1"/>
        </a:solidFill>
      </p:bgPr>
    </p:bg>
    <p:spTree>
      <p:nvGrpSpPr>
        <p:cNvPr id="164" name="Shape 164"/>
        <p:cNvGrpSpPr/>
        <p:nvPr/>
      </p:nvGrpSpPr>
      <p:grpSpPr>
        <a:xfrm>
          <a:off x="0" y="0"/>
          <a:ext cx="0" cy="0"/>
          <a:chOff x="0" y="0"/>
          <a:chExt cx="0" cy="0"/>
        </a:xfrm>
      </p:grpSpPr>
      <p:sp>
        <p:nvSpPr>
          <p:cNvPr id="165" name="Google Shape;165;p2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2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67" name="Google Shape;167;p25"/>
          <p:cNvSpPr/>
          <p:nvPr/>
        </p:nvSpPr>
        <p:spPr>
          <a:xfrm>
            <a:off x="50" y="2785800"/>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68" name="Google Shape;168;p25"/>
          <p:cNvSpPr/>
          <p:nvPr/>
        </p:nvSpPr>
        <p:spPr>
          <a:xfrm>
            <a:off x="2286125" y="2068875"/>
            <a:ext cx="2294400" cy="307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69" name="Google Shape;169;p25"/>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0" name="Google Shape;170;p25"/>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1" name="Google Shape;171;p25"/>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01</a:t>
            </a:r>
            <a:endParaRPr sz="3000">
              <a:solidFill>
                <a:schemeClr val="lt1"/>
              </a:solidFill>
              <a:latin typeface="Newsreader"/>
              <a:ea typeface="Newsreader"/>
              <a:cs typeface="Newsreader"/>
              <a:sym typeface="Newsreader"/>
            </a:endParaRPr>
          </a:p>
        </p:txBody>
      </p:sp>
      <p:sp>
        <p:nvSpPr>
          <p:cNvPr id="172" name="Google Shape;172;p25"/>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dk1"/>
                </a:solidFill>
                <a:latin typeface="Newsreader"/>
                <a:ea typeface="Newsreader"/>
                <a:cs typeface="Newsreader"/>
                <a:sym typeface="Newsreader"/>
              </a:rPr>
              <a:t>02</a:t>
            </a:r>
            <a:endParaRPr sz="3000">
              <a:solidFill>
                <a:schemeClr val="dk1"/>
              </a:solidFill>
              <a:latin typeface="Newsreader"/>
              <a:ea typeface="Newsreader"/>
              <a:cs typeface="Newsreader"/>
              <a:sym typeface="Newsreader"/>
            </a:endParaRPr>
          </a:p>
        </p:txBody>
      </p:sp>
      <p:sp>
        <p:nvSpPr>
          <p:cNvPr id="173" name="Google Shape;173;p25"/>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03</a:t>
            </a:r>
            <a:endParaRPr sz="3000">
              <a:solidFill>
                <a:schemeClr val="lt1"/>
              </a:solidFill>
              <a:latin typeface="Newsreader"/>
              <a:ea typeface="Newsreader"/>
              <a:cs typeface="Newsreader"/>
              <a:sym typeface="Newsreader"/>
            </a:endParaRPr>
          </a:p>
        </p:txBody>
      </p:sp>
      <p:sp>
        <p:nvSpPr>
          <p:cNvPr id="174" name="Google Shape;174;p25"/>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04</a:t>
            </a:r>
            <a:endParaRPr sz="3000">
              <a:solidFill>
                <a:schemeClr val="lt1"/>
              </a:solidFill>
              <a:latin typeface="Newsreader"/>
              <a:ea typeface="Newsreader"/>
              <a:cs typeface="Newsreader"/>
              <a:sym typeface="Newsreader"/>
            </a:endParaRPr>
          </a:p>
        </p:txBody>
      </p:sp>
      <p:sp>
        <p:nvSpPr>
          <p:cNvPr id="175" name="Google Shape;175;p25"/>
          <p:cNvSpPr txBox="1"/>
          <p:nvPr>
            <p:ph type="title"/>
          </p:nvPr>
        </p:nvSpPr>
        <p:spPr>
          <a:xfrm>
            <a:off x="361975" y="988782"/>
            <a:ext cx="3231600" cy="760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200"/>
              <a:buFont typeface="Newsreader"/>
              <a:buNone/>
              <a:defRPr sz="2200">
                <a:solidFill>
                  <a:schemeClr val="dk1"/>
                </a:solidFill>
              </a:defRPr>
            </a:lvl1pPr>
            <a:lvl2pPr lvl="1">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p:txBody>
      </p:sp>
      <p:sp>
        <p:nvSpPr>
          <p:cNvPr id="176" name="Google Shape;176;p25"/>
          <p:cNvSpPr txBox="1"/>
          <p:nvPr>
            <p:ph idx="2" type="subTitle"/>
          </p:nvPr>
        </p:nvSpPr>
        <p:spPr>
          <a:xfrm>
            <a:off x="382691" y="3129231"/>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 name="Google Shape;177;p25"/>
          <p:cNvSpPr txBox="1"/>
          <p:nvPr>
            <p:ph idx="3" type="subTitle"/>
          </p:nvPr>
        </p:nvSpPr>
        <p:spPr>
          <a:xfrm>
            <a:off x="377048" y="3344302"/>
            <a:ext cx="1689600" cy="969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78" name="Google Shape;178;p25"/>
          <p:cNvSpPr txBox="1"/>
          <p:nvPr>
            <p:ph idx="4" type="subTitle"/>
          </p:nvPr>
        </p:nvSpPr>
        <p:spPr>
          <a:xfrm>
            <a:off x="2671462" y="2450249"/>
            <a:ext cx="12573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9" name="Google Shape;179;p25"/>
          <p:cNvSpPr txBox="1"/>
          <p:nvPr>
            <p:ph idx="5" type="subTitle"/>
          </p:nvPr>
        </p:nvSpPr>
        <p:spPr>
          <a:xfrm>
            <a:off x="2665825" y="2665171"/>
            <a:ext cx="1689600" cy="1423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80" name="Google Shape;180;p25"/>
          <p:cNvSpPr txBox="1"/>
          <p:nvPr>
            <p:ph idx="6" type="subTitle"/>
          </p:nvPr>
        </p:nvSpPr>
        <p:spPr>
          <a:xfrm>
            <a:off x="4943337" y="18846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25"/>
          <p:cNvSpPr txBox="1"/>
          <p:nvPr>
            <p:ph idx="7" type="subTitle"/>
          </p:nvPr>
        </p:nvSpPr>
        <p:spPr>
          <a:xfrm>
            <a:off x="4937700" y="2099593"/>
            <a:ext cx="1689600" cy="1620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82" name="Google Shape;182;p25"/>
          <p:cNvSpPr txBox="1"/>
          <p:nvPr>
            <p:ph idx="8" type="subTitle"/>
          </p:nvPr>
        </p:nvSpPr>
        <p:spPr>
          <a:xfrm>
            <a:off x="7238787" y="10574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3" name="Google Shape;183;p25"/>
          <p:cNvSpPr txBox="1"/>
          <p:nvPr>
            <p:ph idx="9" type="subTitle"/>
          </p:nvPr>
        </p:nvSpPr>
        <p:spPr>
          <a:xfrm>
            <a:off x="7233150" y="1272358"/>
            <a:ext cx="1689600" cy="2196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Light">
  <p:cSld name="CUSTOM_7_1_1_1_1_1_1_1_1_1_1_1_1_1_1_1_1_1_1_1">
    <p:spTree>
      <p:nvGrpSpPr>
        <p:cNvPr id="184" name="Shape 184"/>
        <p:cNvGrpSpPr/>
        <p:nvPr/>
      </p:nvGrpSpPr>
      <p:grpSpPr>
        <a:xfrm>
          <a:off x="0" y="0"/>
          <a:ext cx="0" cy="0"/>
          <a:chOff x="0" y="0"/>
          <a:chExt cx="0" cy="0"/>
        </a:xfrm>
      </p:grpSpPr>
      <p:sp>
        <p:nvSpPr>
          <p:cNvPr id="185" name="Google Shape;185;p2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86" name="Google Shape;186;p2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 name="Google Shape;187;p26"/>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lvl1pPr>
            <a:lvl2pPr lvl="1">
              <a:spcBef>
                <a:spcPts val="0"/>
              </a:spcBef>
              <a:spcAft>
                <a:spcPts val="0"/>
              </a:spcAft>
              <a:buNone/>
              <a:defRPr sz="2500"/>
            </a:lvl2pPr>
            <a:lvl3pPr lvl="2">
              <a:spcBef>
                <a:spcPts val="0"/>
              </a:spcBef>
              <a:spcAft>
                <a:spcPts val="0"/>
              </a:spcAft>
              <a:buNone/>
              <a:defRPr sz="2500"/>
            </a:lvl3pPr>
            <a:lvl4pPr lvl="3">
              <a:spcBef>
                <a:spcPts val="0"/>
              </a:spcBef>
              <a:spcAft>
                <a:spcPts val="0"/>
              </a:spcAft>
              <a:buNone/>
              <a:defRPr sz="2500"/>
            </a:lvl4pPr>
            <a:lvl5pPr lvl="4">
              <a:spcBef>
                <a:spcPts val="0"/>
              </a:spcBef>
              <a:spcAft>
                <a:spcPts val="0"/>
              </a:spcAft>
              <a:buNone/>
              <a:defRPr sz="2500"/>
            </a:lvl5pPr>
            <a:lvl6pPr lvl="5">
              <a:spcBef>
                <a:spcPts val="0"/>
              </a:spcBef>
              <a:spcAft>
                <a:spcPts val="0"/>
              </a:spcAft>
              <a:buNone/>
              <a:defRPr sz="2500"/>
            </a:lvl6pPr>
            <a:lvl7pPr lvl="6">
              <a:spcBef>
                <a:spcPts val="0"/>
              </a:spcBef>
              <a:spcAft>
                <a:spcPts val="0"/>
              </a:spcAft>
              <a:buNone/>
              <a:defRPr sz="2500"/>
            </a:lvl7pPr>
            <a:lvl8pPr lvl="7">
              <a:spcBef>
                <a:spcPts val="0"/>
              </a:spcBef>
              <a:spcAft>
                <a:spcPts val="0"/>
              </a:spcAft>
              <a:buNone/>
              <a:defRPr sz="2500"/>
            </a:lvl8pPr>
            <a:lvl9pPr lvl="8">
              <a:spcBef>
                <a:spcPts val="0"/>
              </a:spcBef>
              <a:spcAft>
                <a:spcPts val="0"/>
              </a:spcAft>
              <a:buNone/>
              <a:defRPr sz="2500"/>
            </a:lvl9pPr>
          </a:lstStyle>
          <a:p/>
        </p:txBody>
      </p:sp>
      <p:sp>
        <p:nvSpPr>
          <p:cNvPr id="188" name="Google Shape;188;p26"/>
          <p:cNvSpPr/>
          <p:nvPr>
            <p:ph idx="2" type="pic"/>
          </p:nvPr>
        </p:nvSpPr>
        <p:spPr>
          <a:xfrm>
            <a:off x="1442350" y="3492500"/>
            <a:ext cx="408900" cy="408900"/>
          </a:xfrm>
          <a:prstGeom prst="ellipse">
            <a:avLst/>
          </a:prstGeom>
          <a:noFill/>
          <a:ln>
            <a:noFill/>
          </a:ln>
        </p:spPr>
      </p:sp>
      <p:sp>
        <p:nvSpPr>
          <p:cNvPr id="189" name="Google Shape;189;p26"/>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p:txBody>
      </p:sp>
      <p:sp>
        <p:nvSpPr>
          <p:cNvPr id="190" name="Google Shape;190;p26"/>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p:cSld name="CUSTOM_7_1_1_1_1_1_1_1_1_1_1_1_1_1_1_1_1_1_1_1_1">
    <p:bg>
      <p:bgPr>
        <a:solidFill>
          <a:schemeClr val="lt1"/>
        </a:solidFill>
      </p:bgPr>
    </p:bg>
    <p:spTree>
      <p:nvGrpSpPr>
        <p:cNvPr id="191" name="Shape 191"/>
        <p:cNvGrpSpPr/>
        <p:nvPr/>
      </p:nvGrpSpPr>
      <p:grpSpPr>
        <a:xfrm>
          <a:off x="0" y="0"/>
          <a:ext cx="0" cy="0"/>
          <a:chOff x="0" y="0"/>
          <a:chExt cx="0" cy="0"/>
        </a:xfrm>
      </p:grpSpPr>
      <p:sp>
        <p:nvSpPr>
          <p:cNvPr id="192" name="Google Shape;192;p2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3" name="Google Shape;193;p2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94" name="Google Shape;194;p27"/>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solidFill>
                  <a:schemeClr val="dk1"/>
                </a:solidFill>
              </a:defRPr>
            </a:lvl1pPr>
            <a:lvl2pPr lvl="1">
              <a:spcBef>
                <a:spcPts val="0"/>
              </a:spcBef>
              <a:spcAft>
                <a:spcPts val="0"/>
              </a:spcAft>
              <a:buNone/>
              <a:defRPr sz="2500">
                <a:solidFill>
                  <a:schemeClr val="dk1"/>
                </a:solidFill>
              </a:defRPr>
            </a:lvl2pPr>
            <a:lvl3pPr lvl="2">
              <a:spcBef>
                <a:spcPts val="0"/>
              </a:spcBef>
              <a:spcAft>
                <a:spcPts val="0"/>
              </a:spcAft>
              <a:buNone/>
              <a:defRPr sz="2500">
                <a:solidFill>
                  <a:schemeClr val="dk1"/>
                </a:solidFill>
              </a:defRPr>
            </a:lvl3pPr>
            <a:lvl4pPr lvl="3">
              <a:spcBef>
                <a:spcPts val="0"/>
              </a:spcBef>
              <a:spcAft>
                <a:spcPts val="0"/>
              </a:spcAft>
              <a:buNone/>
              <a:defRPr sz="2500">
                <a:solidFill>
                  <a:schemeClr val="dk1"/>
                </a:solidFill>
              </a:defRPr>
            </a:lvl4pPr>
            <a:lvl5pPr lvl="4">
              <a:spcBef>
                <a:spcPts val="0"/>
              </a:spcBef>
              <a:spcAft>
                <a:spcPts val="0"/>
              </a:spcAft>
              <a:buNone/>
              <a:defRPr sz="2500">
                <a:solidFill>
                  <a:schemeClr val="dk1"/>
                </a:solidFill>
              </a:defRPr>
            </a:lvl5pPr>
            <a:lvl6pPr lvl="5">
              <a:spcBef>
                <a:spcPts val="0"/>
              </a:spcBef>
              <a:spcAft>
                <a:spcPts val="0"/>
              </a:spcAft>
              <a:buNone/>
              <a:defRPr sz="2500">
                <a:solidFill>
                  <a:schemeClr val="dk1"/>
                </a:solidFill>
              </a:defRPr>
            </a:lvl6pPr>
            <a:lvl7pPr lvl="6">
              <a:spcBef>
                <a:spcPts val="0"/>
              </a:spcBef>
              <a:spcAft>
                <a:spcPts val="0"/>
              </a:spcAft>
              <a:buNone/>
              <a:defRPr sz="2500">
                <a:solidFill>
                  <a:schemeClr val="dk1"/>
                </a:solidFill>
              </a:defRPr>
            </a:lvl7pPr>
            <a:lvl8pPr lvl="7">
              <a:spcBef>
                <a:spcPts val="0"/>
              </a:spcBef>
              <a:spcAft>
                <a:spcPts val="0"/>
              </a:spcAft>
              <a:buNone/>
              <a:defRPr sz="2500">
                <a:solidFill>
                  <a:schemeClr val="dk1"/>
                </a:solidFill>
              </a:defRPr>
            </a:lvl8pPr>
            <a:lvl9pPr lvl="8">
              <a:spcBef>
                <a:spcPts val="0"/>
              </a:spcBef>
              <a:spcAft>
                <a:spcPts val="0"/>
              </a:spcAft>
              <a:buNone/>
              <a:defRPr sz="2500">
                <a:solidFill>
                  <a:schemeClr val="dk1"/>
                </a:solidFill>
              </a:defRPr>
            </a:lvl9pPr>
          </a:lstStyle>
          <a:p/>
        </p:txBody>
      </p:sp>
      <p:sp>
        <p:nvSpPr>
          <p:cNvPr id="195" name="Google Shape;195;p27"/>
          <p:cNvSpPr/>
          <p:nvPr>
            <p:ph idx="2" type="pic"/>
          </p:nvPr>
        </p:nvSpPr>
        <p:spPr>
          <a:xfrm>
            <a:off x="1442350" y="3492500"/>
            <a:ext cx="408900" cy="408900"/>
          </a:xfrm>
          <a:prstGeom prst="ellipse">
            <a:avLst/>
          </a:prstGeom>
          <a:noFill/>
          <a:ln>
            <a:noFill/>
          </a:ln>
        </p:spPr>
      </p:sp>
      <p:sp>
        <p:nvSpPr>
          <p:cNvPr id="196" name="Google Shape;196;p27"/>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p:txBody>
      </p:sp>
      <p:sp>
        <p:nvSpPr>
          <p:cNvPr id="197" name="Google Shape;197;p27"/>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modules">
  <p:cSld name="CUSTOM">
    <p:bg>
      <p:bgPr>
        <a:solidFill>
          <a:schemeClr val="lt1"/>
        </a:solidFill>
      </p:bgPr>
    </p:bg>
    <p:spTree>
      <p:nvGrpSpPr>
        <p:cNvPr id="198" name="Shape 198"/>
        <p:cNvGrpSpPr/>
        <p:nvPr/>
      </p:nvGrpSpPr>
      <p:grpSpPr>
        <a:xfrm>
          <a:off x="0" y="0"/>
          <a:ext cx="0" cy="0"/>
          <a:chOff x="0" y="0"/>
          <a:chExt cx="0" cy="0"/>
        </a:xfrm>
      </p:grpSpPr>
      <p:sp>
        <p:nvSpPr>
          <p:cNvPr id="199" name="Google Shape;199;p2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0" name="Google Shape;200;p2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1" name="Google Shape;201;p28"/>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2" name="Google Shape;202;p28"/>
          <p:cNvSpPr txBox="1"/>
          <p:nvPr>
            <p:ph idx="3" type="body"/>
          </p:nvPr>
        </p:nvSpPr>
        <p:spPr>
          <a:xfrm>
            <a:off x="361975" y="3256513"/>
            <a:ext cx="3860100" cy="13275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203" name="Google Shape;203;p28"/>
          <p:cNvSpPr txBox="1"/>
          <p:nvPr>
            <p:ph idx="4" type="title"/>
          </p:nvPr>
        </p:nvSpPr>
        <p:spPr>
          <a:xfrm>
            <a:off x="48008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04" name="Google Shape;204;p28"/>
          <p:cNvSpPr txBox="1"/>
          <p:nvPr>
            <p:ph idx="5" type="title"/>
          </p:nvPr>
        </p:nvSpPr>
        <p:spPr>
          <a:xfrm>
            <a:off x="70949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5" name="Google Shape;205;p28"/>
          <p:cNvSpPr txBox="1"/>
          <p:nvPr>
            <p:ph idx="6" type="title"/>
          </p:nvPr>
        </p:nvSpPr>
        <p:spPr>
          <a:xfrm>
            <a:off x="4800825" y="1698225"/>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6" name="Google Shape;206;p28"/>
          <p:cNvSpPr txBox="1"/>
          <p:nvPr>
            <p:ph idx="7" type="body"/>
          </p:nvPr>
        </p:nvSpPr>
        <p:spPr>
          <a:xfrm>
            <a:off x="4800825" y="4122308"/>
            <a:ext cx="39759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07" name="Google Shape;207;p28"/>
          <p:cNvSpPr txBox="1"/>
          <p:nvPr>
            <p:ph idx="8" type="title"/>
          </p:nvPr>
        </p:nvSpPr>
        <p:spPr>
          <a:xfrm>
            <a:off x="4800825" y="3215225"/>
            <a:ext cx="3975900" cy="798900"/>
          </a:xfrm>
          <a:prstGeom prst="rect">
            <a:avLst/>
          </a:prstGeom>
        </p:spPr>
        <p:txBody>
          <a:bodyPr anchorCtr="0" anchor="t" bIns="0" lIns="0" spcFirstLastPara="1" rIns="0" wrap="square" tIns="0">
            <a:noAutofit/>
          </a:bodyPr>
          <a:lstStyle>
            <a:lvl1pPr lvl="0">
              <a:spcBef>
                <a:spcPts val="0"/>
              </a:spcBef>
              <a:spcAft>
                <a:spcPts val="0"/>
              </a:spcAft>
              <a:buNone/>
              <a:defRPr sz="6200"/>
            </a:lvl1pPr>
            <a:lvl2pPr lvl="1">
              <a:spcBef>
                <a:spcPts val="0"/>
              </a:spcBef>
              <a:spcAft>
                <a:spcPts val="0"/>
              </a:spcAft>
              <a:buNone/>
              <a:defRPr sz="2200">
                <a:solidFill>
                  <a:schemeClr val="dk1"/>
                </a:solidFill>
              </a:defRPr>
            </a:lvl2pPr>
            <a:lvl3pPr lvl="2">
              <a:spcBef>
                <a:spcPts val="0"/>
              </a:spcBef>
              <a:spcAft>
                <a:spcPts val="0"/>
              </a:spcAft>
              <a:buNone/>
              <a:defRPr sz="2200">
                <a:solidFill>
                  <a:schemeClr val="dk1"/>
                </a:solidFill>
              </a:defRPr>
            </a:lvl3pPr>
            <a:lvl4pPr lvl="3">
              <a:spcBef>
                <a:spcPts val="0"/>
              </a:spcBef>
              <a:spcAft>
                <a:spcPts val="0"/>
              </a:spcAft>
              <a:buNone/>
              <a:defRPr sz="2200">
                <a:solidFill>
                  <a:schemeClr val="dk1"/>
                </a:solidFill>
              </a:defRPr>
            </a:lvl4pPr>
            <a:lvl5pPr lvl="4">
              <a:spcBef>
                <a:spcPts val="0"/>
              </a:spcBef>
              <a:spcAft>
                <a:spcPts val="0"/>
              </a:spcAft>
              <a:buNone/>
              <a:defRPr sz="2200">
                <a:solidFill>
                  <a:schemeClr val="dk1"/>
                </a:solidFill>
              </a:defRPr>
            </a:lvl5pPr>
            <a:lvl6pPr lvl="5">
              <a:spcBef>
                <a:spcPts val="0"/>
              </a:spcBef>
              <a:spcAft>
                <a:spcPts val="0"/>
              </a:spcAft>
              <a:buNone/>
              <a:defRPr sz="2200">
                <a:solidFill>
                  <a:schemeClr val="dk1"/>
                </a:solidFill>
              </a:defRPr>
            </a:lvl6pPr>
            <a:lvl7pPr lvl="6">
              <a:spcBef>
                <a:spcPts val="0"/>
              </a:spcBef>
              <a:spcAft>
                <a:spcPts val="0"/>
              </a:spcAft>
              <a:buNone/>
              <a:defRPr sz="2200">
                <a:solidFill>
                  <a:schemeClr val="dk1"/>
                </a:solidFill>
              </a:defRPr>
            </a:lvl7pPr>
            <a:lvl8pPr lvl="7">
              <a:spcBef>
                <a:spcPts val="0"/>
              </a:spcBef>
              <a:spcAft>
                <a:spcPts val="0"/>
              </a:spcAft>
              <a:buNone/>
              <a:defRPr sz="2200">
                <a:solidFill>
                  <a:schemeClr val="dk1"/>
                </a:solidFill>
              </a:defRPr>
            </a:lvl8pPr>
            <a:lvl9pPr lvl="8">
              <a:spcBef>
                <a:spcPts val="0"/>
              </a:spcBef>
              <a:spcAft>
                <a:spcPts val="0"/>
              </a:spcAft>
              <a:buNone/>
              <a:defRPr sz="2200">
                <a:solidFill>
                  <a:schemeClr val="dk1"/>
                </a:solidFill>
              </a:defRPr>
            </a:lvl9pPr>
          </a:lstStyle>
          <a:p/>
        </p:txBody>
      </p:sp>
      <p:sp>
        <p:nvSpPr>
          <p:cNvPr id="208" name="Google Shape;208;p28"/>
          <p:cNvSpPr txBox="1"/>
          <p:nvPr>
            <p:ph idx="9" type="body"/>
          </p:nvPr>
        </p:nvSpPr>
        <p:spPr>
          <a:xfrm>
            <a:off x="4800825"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09" name="Google Shape;209;p28"/>
          <p:cNvSpPr txBox="1"/>
          <p:nvPr>
            <p:ph idx="13" type="body"/>
          </p:nvPr>
        </p:nvSpPr>
        <p:spPr>
          <a:xfrm>
            <a:off x="7115650"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10" name="Google Shape;210;p28"/>
          <p:cNvSpPr txBox="1"/>
          <p:nvPr>
            <p:ph idx="14" type="body"/>
          </p:nvPr>
        </p:nvSpPr>
        <p:spPr>
          <a:xfrm>
            <a:off x="4800825" y="8601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modules">
  <p:cSld name="CUSTOM_1">
    <p:bg>
      <p:bgPr>
        <a:solidFill>
          <a:schemeClr val="lt1"/>
        </a:solidFill>
      </p:bgPr>
    </p:bg>
    <p:spTree>
      <p:nvGrpSpPr>
        <p:cNvPr id="211" name="Shape 211"/>
        <p:cNvGrpSpPr/>
        <p:nvPr/>
      </p:nvGrpSpPr>
      <p:grpSpPr>
        <a:xfrm>
          <a:off x="0" y="0"/>
          <a:ext cx="0" cy="0"/>
          <a:chOff x="0" y="0"/>
          <a:chExt cx="0" cy="0"/>
        </a:xfrm>
      </p:grpSpPr>
      <p:sp>
        <p:nvSpPr>
          <p:cNvPr id="212" name="Google Shape;212;p2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3" name="Google Shape;213;p29"/>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14" name="Google Shape;214;p29"/>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5" name="Google Shape;215;p29"/>
          <p:cNvSpPr txBox="1"/>
          <p:nvPr>
            <p:ph idx="3" type="body"/>
          </p:nvPr>
        </p:nvSpPr>
        <p:spPr>
          <a:xfrm>
            <a:off x="4800825" y="3665600"/>
            <a:ext cx="39759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16" name="Google Shape;216;p29"/>
          <p:cNvSpPr txBox="1"/>
          <p:nvPr>
            <p:ph idx="4" type="subTitle"/>
          </p:nvPr>
        </p:nvSpPr>
        <p:spPr>
          <a:xfrm>
            <a:off x="4800825" y="3285232"/>
            <a:ext cx="39759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17" name="Google Shape;217;p29"/>
          <p:cNvSpPr txBox="1"/>
          <p:nvPr>
            <p:ph idx="5" type="body"/>
          </p:nvPr>
        </p:nvSpPr>
        <p:spPr>
          <a:xfrm>
            <a:off x="2611802" y="3665600"/>
            <a:ext cx="1627500" cy="1114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218" name="Google Shape;218;p29"/>
          <p:cNvSpPr txBox="1"/>
          <p:nvPr>
            <p:ph idx="6" type="subTitle"/>
          </p:nvPr>
        </p:nvSpPr>
        <p:spPr>
          <a:xfrm>
            <a:off x="2611802" y="3285232"/>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19" name="Google Shape;219;p29"/>
          <p:cNvSpPr txBox="1"/>
          <p:nvPr>
            <p:ph idx="7" type="body"/>
          </p:nvPr>
        </p:nvSpPr>
        <p:spPr>
          <a:xfrm>
            <a:off x="361977" y="3665600"/>
            <a:ext cx="16275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0" name="Google Shape;220;p29"/>
          <p:cNvSpPr txBox="1"/>
          <p:nvPr>
            <p:ph idx="8" type="subTitle"/>
          </p:nvPr>
        </p:nvSpPr>
        <p:spPr>
          <a:xfrm>
            <a:off x="361977" y="3285232"/>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21" name="Google Shape;221;p29"/>
          <p:cNvSpPr txBox="1"/>
          <p:nvPr>
            <p:ph idx="9" type="body"/>
          </p:nvPr>
        </p:nvSpPr>
        <p:spPr>
          <a:xfrm>
            <a:off x="490072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2" name="Google Shape;222;p29"/>
          <p:cNvSpPr txBox="1"/>
          <p:nvPr>
            <p:ph idx="13" type="subTitle"/>
          </p:nvPr>
        </p:nvSpPr>
        <p:spPr>
          <a:xfrm>
            <a:off x="4900725" y="706863"/>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23" name="Google Shape;223;p29"/>
          <p:cNvSpPr txBox="1"/>
          <p:nvPr>
            <p:ph idx="14" type="body"/>
          </p:nvPr>
        </p:nvSpPr>
        <p:spPr>
          <a:xfrm>
            <a:off x="714917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24" name="Google Shape;224;p29"/>
          <p:cNvSpPr txBox="1"/>
          <p:nvPr>
            <p:ph idx="15" type="subTitle"/>
          </p:nvPr>
        </p:nvSpPr>
        <p:spPr>
          <a:xfrm>
            <a:off x="7149175" y="706863"/>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25" name="Google Shape;225;p2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modules">
  <p:cSld name="CUSTOM_1_1">
    <p:bg>
      <p:bgPr>
        <a:solidFill>
          <a:schemeClr val="lt1"/>
        </a:solidFill>
      </p:bgPr>
    </p:bg>
    <p:spTree>
      <p:nvGrpSpPr>
        <p:cNvPr id="226" name="Shape 226"/>
        <p:cNvGrpSpPr/>
        <p:nvPr/>
      </p:nvGrpSpPr>
      <p:grpSpPr>
        <a:xfrm>
          <a:off x="0" y="0"/>
          <a:ext cx="0" cy="0"/>
          <a:chOff x="0" y="0"/>
          <a:chExt cx="0" cy="0"/>
        </a:xfrm>
      </p:grpSpPr>
      <p:sp>
        <p:nvSpPr>
          <p:cNvPr id="227" name="Google Shape;227;p3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8" name="Google Shape;228;p30"/>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9" name="Google Shape;229;p3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0" name="Google Shape;230;p30"/>
          <p:cNvSpPr txBox="1"/>
          <p:nvPr>
            <p:ph type="title"/>
          </p:nvPr>
        </p:nvSpPr>
        <p:spPr>
          <a:xfrm>
            <a:off x="5796575" y="2351325"/>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solidFill>
                  <a:schemeClr val="dk1"/>
                </a:solidFill>
              </a:defRPr>
            </a:lvl1pPr>
            <a:lvl2pPr lvl="1">
              <a:lnSpc>
                <a:spcPct val="90000"/>
              </a:lnSpc>
              <a:spcBef>
                <a:spcPts val="0"/>
              </a:spcBef>
              <a:spcAft>
                <a:spcPts val="0"/>
              </a:spcAft>
              <a:buNone/>
              <a:defRPr sz="6200">
                <a:solidFill>
                  <a:schemeClr val="dk1"/>
                </a:solidFill>
              </a:defRPr>
            </a:lvl2pPr>
            <a:lvl3pPr lvl="2">
              <a:lnSpc>
                <a:spcPct val="90000"/>
              </a:lnSpc>
              <a:spcBef>
                <a:spcPts val="0"/>
              </a:spcBef>
              <a:spcAft>
                <a:spcPts val="0"/>
              </a:spcAft>
              <a:buNone/>
              <a:defRPr sz="6200">
                <a:solidFill>
                  <a:schemeClr val="dk1"/>
                </a:solidFill>
              </a:defRPr>
            </a:lvl3pPr>
            <a:lvl4pPr lvl="3">
              <a:lnSpc>
                <a:spcPct val="90000"/>
              </a:lnSpc>
              <a:spcBef>
                <a:spcPts val="0"/>
              </a:spcBef>
              <a:spcAft>
                <a:spcPts val="0"/>
              </a:spcAft>
              <a:buNone/>
              <a:defRPr sz="6200">
                <a:solidFill>
                  <a:schemeClr val="dk1"/>
                </a:solidFill>
              </a:defRPr>
            </a:lvl4pPr>
            <a:lvl5pPr lvl="4">
              <a:lnSpc>
                <a:spcPct val="90000"/>
              </a:lnSpc>
              <a:spcBef>
                <a:spcPts val="0"/>
              </a:spcBef>
              <a:spcAft>
                <a:spcPts val="0"/>
              </a:spcAft>
              <a:buNone/>
              <a:defRPr sz="6200">
                <a:solidFill>
                  <a:schemeClr val="dk1"/>
                </a:solidFill>
              </a:defRPr>
            </a:lvl5pPr>
            <a:lvl6pPr lvl="5">
              <a:lnSpc>
                <a:spcPct val="90000"/>
              </a:lnSpc>
              <a:spcBef>
                <a:spcPts val="0"/>
              </a:spcBef>
              <a:spcAft>
                <a:spcPts val="0"/>
              </a:spcAft>
              <a:buNone/>
              <a:defRPr sz="6200">
                <a:solidFill>
                  <a:schemeClr val="dk1"/>
                </a:solidFill>
              </a:defRPr>
            </a:lvl6pPr>
            <a:lvl7pPr lvl="6">
              <a:lnSpc>
                <a:spcPct val="90000"/>
              </a:lnSpc>
              <a:spcBef>
                <a:spcPts val="0"/>
              </a:spcBef>
              <a:spcAft>
                <a:spcPts val="0"/>
              </a:spcAft>
              <a:buNone/>
              <a:defRPr sz="6200">
                <a:solidFill>
                  <a:schemeClr val="dk1"/>
                </a:solidFill>
              </a:defRPr>
            </a:lvl7pPr>
            <a:lvl8pPr lvl="7">
              <a:lnSpc>
                <a:spcPct val="90000"/>
              </a:lnSpc>
              <a:spcBef>
                <a:spcPts val="0"/>
              </a:spcBef>
              <a:spcAft>
                <a:spcPts val="0"/>
              </a:spcAft>
              <a:buNone/>
              <a:defRPr sz="6200">
                <a:solidFill>
                  <a:schemeClr val="dk1"/>
                </a:solidFill>
              </a:defRPr>
            </a:lvl8pPr>
            <a:lvl9pPr lvl="8">
              <a:lnSpc>
                <a:spcPct val="90000"/>
              </a:lnSpc>
              <a:spcBef>
                <a:spcPts val="0"/>
              </a:spcBef>
              <a:spcAft>
                <a:spcPts val="0"/>
              </a:spcAft>
              <a:buNone/>
              <a:defRPr sz="6200">
                <a:solidFill>
                  <a:schemeClr val="dk1"/>
                </a:solidFill>
              </a:defRPr>
            </a:lvl9pPr>
          </a:lstStyle>
          <a:p/>
        </p:txBody>
      </p:sp>
      <p:sp>
        <p:nvSpPr>
          <p:cNvPr id="231" name="Google Shape;231;p30"/>
          <p:cNvSpPr txBox="1"/>
          <p:nvPr>
            <p:ph idx="3" type="title"/>
          </p:nvPr>
        </p:nvSpPr>
        <p:spPr>
          <a:xfrm>
            <a:off x="5796575" y="507450"/>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lvl1pPr>
            <a:lvl2pPr lvl="1">
              <a:lnSpc>
                <a:spcPct val="90000"/>
              </a:lnSpc>
              <a:spcBef>
                <a:spcPts val="0"/>
              </a:spcBef>
              <a:spcAft>
                <a:spcPts val="0"/>
              </a:spcAft>
              <a:buNone/>
              <a:defRPr sz="6200"/>
            </a:lvl2pPr>
            <a:lvl3pPr lvl="2">
              <a:lnSpc>
                <a:spcPct val="90000"/>
              </a:lnSpc>
              <a:spcBef>
                <a:spcPts val="0"/>
              </a:spcBef>
              <a:spcAft>
                <a:spcPts val="0"/>
              </a:spcAft>
              <a:buNone/>
              <a:defRPr sz="6200"/>
            </a:lvl3pPr>
            <a:lvl4pPr lvl="3">
              <a:lnSpc>
                <a:spcPct val="90000"/>
              </a:lnSpc>
              <a:spcBef>
                <a:spcPts val="0"/>
              </a:spcBef>
              <a:spcAft>
                <a:spcPts val="0"/>
              </a:spcAft>
              <a:buNone/>
              <a:defRPr sz="6200"/>
            </a:lvl4pPr>
            <a:lvl5pPr lvl="4">
              <a:lnSpc>
                <a:spcPct val="90000"/>
              </a:lnSpc>
              <a:spcBef>
                <a:spcPts val="0"/>
              </a:spcBef>
              <a:spcAft>
                <a:spcPts val="0"/>
              </a:spcAft>
              <a:buNone/>
              <a:defRPr sz="6200"/>
            </a:lvl5pPr>
            <a:lvl6pPr lvl="5">
              <a:lnSpc>
                <a:spcPct val="90000"/>
              </a:lnSpc>
              <a:spcBef>
                <a:spcPts val="0"/>
              </a:spcBef>
              <a:spcAft>
                <a:spcPts val="0"/>
              </a:spcAft>
              <a:buNone/>
              <a:defRPr sz="6200"/>
            </a:lvl6pPr>
            <a:lvl7pPr lvl="6">
              <a:lnSpc>
                <a:spcPct val="90000"/>
              </a:lnSpc>
              <a:spcBef>
                <a:spcPts val="0"/>
              </a:spcBef>
              <a:spcAft>
                <a:spcPts val="0"/>
              </a:spcAft>
              <a:buNone/>
              <a:defRPr sz="6200"/>
            </a:lvl7pPr>
            <a:lvl8pPr lvl="7">
              <a:lnSpc>
                <a:spcPct val="90000"/>
              </a:lnSpc>
              <a:spcBef>
                <a:spcPts val="0"/>
              </a:spcBef>
              <a:spcAft>
                <a:spcPts val="0"/>
              </a:spcAft>
              <a:buNone/>
              <a:defRPr sz="6200"/>
            </a:lvl8pPr>
            <a:lvl9pPr lvl="8">
              <a:lnSpc>
                <a:spcPct val="90000"/>
              </a:lnSpc>
              <a:spcBef>
                <a:spcPts val="0"/>
              </a:spcBef>
              <a:spcAft>
                <a:spcPts val="0"/>
              </a:spcAft>
              <a:buNone/>
              <a:defRPr sz="6200"/>
            </a:lvl9pPr>
          </a:lstStyle>
          <a:p/>
        </p:txBody>
      </p:sp>
      <p:sp>
        <p:nvSpPr>
          <p:cNvPr id="232" name="Google Shape;232;p30"/>
          <p:cNvSpPr txBox="1"/>
          <p:nvPr>
            <p:ph idx="4" type="subTitle"/>
          </p:nvPr>
        </p:nvSpPr>
        <p:spPr>
          <a:xfrm>
            <a:off x="5712600" y="4290612"/>
            <a:ext cx="2613300" cy="5439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33" name="Google Shape;233;p30"/>
          <p:cNvSpPr txBox="1"/>
          <p:nvPr>
            <p:ph idx="5" type="subTitle"/>
          </p:nvPr>
        </p:nvSpPr>
        <p:spPr>
          <a:xfrm>
            <a:off x="5712600" y="3243901"/>
            <a:ext cx="2613300" cy="4323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34" name="Google Shape;234;p30"/>
          <p:cNvSpPr txBox="1"/>
          <p:nvPr>
            <p:ph idx="6" type="subTitle"/>
          </p:nvPr>
        </p:nvSpPr>
        <p:spPr>
          <a:xfrm>
            <a:off x="5712600" y="1318375"/>
            <a:ext cx="2613300" cy="4830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modules">
  <p:cSld name="CUSTOM_1_1_1">
    <p:spTree>
      <p:nvGrpSpPr>
        <p:cNvPr id="235" name="Shape 235"/>
        <p:cNvGrpSpPr/>
        <p:nvPr/>
      </p:nvGrpSpPr>
      <p:grpSpPr>
        <a:xfrm>
          <a:off x="0" y="0"/>
          <a:ext cx="0" cy="0"/>
          <a:chOff x="0" y="0"/>
          <a:chExt cx="0" cy="0"/>
        </a:xfrm>
      </p:grpSpPr>
      <p:sp>
        <p:nvSpPr>
          <p:cNvPr id="236" name="Google Shape;236;p3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31"/>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8" name="Google Shape;238;p3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9" name="Google Shape;239;p31"/>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1">
  <p:cSld name="CUSTOM_2">
    <p:spTree>
      <p:nvGrpSpPr>
        <p:cNvPr id="240" name="Shape 240"/>
        <p:cNvGrpSpPr/>
        <p:nvPr/>
      </p:nvGrpSpPr>
      <p:grpSpPr>
        <a:xfrm>
          <a:off x="0" y="0"/>
          <a:ext cx="0" cy="0"/>
          <a:chOff x="0" y="0"/>
          <a:chExt cx="0" cy="0"/>
        </a:xfrm>
      </p:grpSpPr>
      <p:sp>
        <p:nvSpPr>
          <p:cNvPr id="241" name="Google Shape;241;p32"/>
          <p:cNvSpPr/>
          <p:nvPr>
            <p:ph idx="2" type="pic"/>
          </p:nvPr>
        </p:nvSpPr>
        <p:spPr>
          <a:xfrm>
            <a:off x="6289075" y="1793300"/>
            <a:ext cx="2853300" cy="3350400"/>
          </a:xfrm>
          <a:prstGeom prst="rect">
            <a:avLst/>
          </a:prstGeom>
          <a:noFill/>
          <a:ln>
            <a:noFill/>
          </a:ln>
        </p:spPr>
      </p:sp>
      <p:sp>
        <p:nvSpPr>
          <p:cNvPr id="242" name="Google Shape;242;p32"/>
          <p:cNvSpPr/>
          <p:nvPr/>
        </p:nvSpPr>
        <p:spPr>
          <a:xfrm>
            <a:off x="6289085" y="0"/>
            <a:ext cx="2853300" cy="17931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243" name="Google Shape;243;p32"/>
          <p:cNvSpPr txBox="1"/>
          <p:nvPr>
            <p:ph type="title"/>
          </p:nvPr>
        </p:nvSpPr>
        <p:spPr>
          <a:xfrm>
            <a:off x="361975" y="988550"/>
            <a:ext cx="5356800" cy="2255400"/>
          </a:xfrm>
          <a:prstGeom prst="rect">
            <a:avLst/>
          </a:prstGeom>
        </p:spPr>
        <p:txBody>
          <a:bodyPr anchorCtr="0" anchor="t" bIns="0" lIns="0" spcFirstLastPara="1" rIns="0" wrap="square" tIns="0">
            <a:noAutofit/>
          </a:bodyPr>
          <a:lstStyle>
            <a:lvl1pPr lvl="0">
              <a:spcBef>
                <a:spcPts val="0"/>
              </a:spcBef>
              <a:spcAft>
                <a:spcPts val="0"/>
              </a:spcAft>
              <a:buNone/>
              <a:defRPr sz="2200"/>
            </a:lvl1pPr>
            <a:lvl2pPr lvl="1">
              <a:spcBef>
                <a:spcPts val="0"/>
              </a:spcBef>
              <a:spcAft>
                <a:spcPts val="0"/>
              </a:spcAft>
              <a:buNone/>
              <a:defRPr sz="2200"/>
            </a:lvl2pPr>
            <a:lvl3pPr lvl="2">
              <a:spcBef>
                <a:spcPts val="0"/>
              </a:spcBef>
              <a:spcAft>
                <a:spcPts val="0"/>
              </a:spcAft>
              <a:buNone/>
              <a:defRPr sz="2200"/>
            </a:lvl3pPr>
            <a:lvl4pPr lvl="3">
              <a:spcBef>
                <a:spcPts val="0"/>
              </a:spcBef>
              <a:spcAft>
                <a:spcPts val="0"/>
              </a:spcAft>
              <a:buNone/>
              <a:defRPr sz="2200"/>
            </a:lvl4pPr>
            <a:lvl5pPr lvl="4">
              <a:spcBef>
                <a:spcPts val="0"/>
              </a:spcBef>
              <a:spcAft>
                <a:spcPts val="0"/>
              </a:spcAft>
              <a:buNone/>
              <a:defRPr sz="2200"/>
            </a:lvl5pPr>
            <a:lvl6pPr lvl="5">
              <a:spcBef>
                <a:spcPts val="0"/>
              </a:spcBef>
              <a:spcAft>
                <a:spcPts val="0"/>
              </a:spcAft>
              <a:buNone/>
              <a:defRPr sz="2200"/>
            </a:lvl6pPr>
            <a:lvl7pPr lvl="6">
              <a:spcBef>
                <a:spcPts val="0"/>
              </a:spcBef>
              <a:spcAft>
                <a:spcPts val="0"/>
              </a:spcAft>
              <a:buNone/>
              <a:defRPr sz="2200"/>
            </a:lvl7pPr>
            <a:lvl8pPr lvl="7">
              <a:spcBef>
                <a:spcPts val="0"/>
              </a:spcBef>
              <a:spcAft>
                <a:spcPts val="0"/>
              </a:spcAft>
              <a:buNone/>
              <a:defRPr sz="2200"/>
            </a:lvl8pPr>
            <a:lvl9pPr lvl="8">
              <a:spcBef>
                <a:spcPts val="0"/>
              </a:spcBef>
              <a:spcAft>
                <a:spcPts val="0"/>
              </a:spcAft>
              <a:buNone/>
              <a:defRPr sz="2200"/>
            </a:lvl9pPr>
          </a:lstStyle>
          <a:p/>
        </p:txBody>
      </p:sp>
      <p:sp>
        <p:nvSpPr>
          <p:cNvPr id="244" name="Google Shape;244;p32"/>
          <p:cNvSpPr txBox="1"/>
          <p:nvPr>
            <p:ph idx="1" type="body"/>
          </p:nvPr>
        </p:nvSpPr>
        <p:spPr>
          <a:xfrm>
            <a:off x="361975" y="3541582"/>
            <a:ext cx="3777000" cy="1044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45" name="Google Shape;245;p3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32"/>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2">
  <p:cSld name="CUSTOM_2_1">
    <p:spTree>
      <p:nvGrpSpPr>
        <p:cNvPr id="247" name="Shape 247"/>
        <p:cNvGrpSpPr/>
        <p:nvPr/>
      </p:nvGrpSpPr>
      <p:grpSpPr>
        <a:xfrm>
          <a:off x="0" y="0"/>
          <a:ext cx="0" cy="0"/>
          <a:chOff x="0" y="0"/>
          <a:chExt cx="0" cy="0"/>
        </a:xfrm>
      </p:grpSpPr>
      <p:sp>
        <p:nvSpPr>
          <p:cNvPr id="248" name="Google Shape;248;p3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9" name="Google Shape;249;p3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33"/>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ctr">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51" name="Google Shape;251;p33"/>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52" name="Google Shape;252;p33"/>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sz="2200"/>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53" name="Google Shape;253;p33"/>
          <p:cNvSpPr/>
          <p:nvPr>
            <p:ph idx="4" type="pic"/>
          </p:nvPr>
        </p:nvSpPr>
        <p:spPr>
          <a:xfrm>
            <a:off x="3982589" y="2427948"/>
            <a:ext cx="1179600" cy="14172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3">
  <p:cSld name="CUSTOM_2_1_2">
    <p:bg>
      <p:bgPr>
        <a:solidFill>
          <a:schemeClr val="accent1"/>
        </a:solidFill>
      </p:bgPr>
    </p:bg>
    <p:spTree>
      <p:nvGrpSpPr>
        <p:cNvPr id="254" name="Shape 254"/>
        <p:cNvGrpSpPr/>
        <p:nvPr/>
      </p:nvGrpSpPr>
      <p:grpSpPr>
        <a:xfrm>
          <a:off x="0" y="0"/>
          <a:ext cx="0" cy="0"/>
          <a:chOff x="0" y="0"/>
          <a:chExt cx="0" cy="0"/>
        </a:xfrm>
      </p:grpSpPr>
      <p:sp>
        <p:nvSpPr>
          <p:cNvPr id="255" name="Google Shape;255;p3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56" name="Google Shape;256;p3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7" name="Google Shape;257;p34"/>
          <p:cNvSpPr txBox="1"/>
          <p:nvPr>
            <p:ph idx="2" type="subTitle"/>
          </p:nvPr>
        </p:nvSpPr>
        <p:spPr>
          <a:xfrm>
            <a:off x="3154650" y="1051772"/>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58" name="Google Shape;258;p34"/>
          <p:cNvSpPr txBox="1"/>
          <p:nvPr>
            <p:ph type="title"/>
          </p:nvPr>
        </p:nvSpPr>
        <p:spPr>
          <a:xfrm>
            <a:off x="3154650" y="1801500"/>
            <a:ext cx="5622000" cy="28320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lvl1pPr>
            <a:lvl2pPr lvl="1">
              <a:lnSpc>
                <a:spcPct val="90000"/>
              </a:lnSpc>
              <a:spcBef>
                <a:spcPts val="0"/>
              </a:spcBef>
              <a:spcAft>
                <a:spcPts val="0"/>
              </a:spcAft>
              <a:buNone/>
              <a:defRPr sz="2800"/>
            </a:lvl2pPr>
            <a:lvl3pPr lvl="2">
              <a:lnSpc>
                <a:spcPct val="90000"/>
              </a:lnSpc>
              <a:spcBef>
                <a:spcPts val="0"/>
              </a:spcBef>
              <a:spcAft>
                <a:spcPts val="0"/>
              </a:spcAft>
              <a:buNone/>
              <a:defRPr sz="2800"/>
            </a:lvl3pPr>
            <a:lvl4pPr lvl="3">
              <a:lnSpc>
                <a:spcPct val="90000"/>
              </a:lnSpc>
              <a:spcBef>
                <a:spcPts val="0"/>
              </a:spcBef>
              <a:spcAft>
                <a:spcPts val="0"/>
              </a:spcAft>
              <a:buNone/>
              <a:defRPr sz="2800"/>
            </a:lvl4pPr>
            <a:lvl5pPr lvl="4">
              <a:lnSpc>
                <a:spcPct val="90000"/>
              </a:lnSpc>
              <a:spcBef>
                <a:spcPts val="0"/>
              </a:spcBef>
              <a:spcAft>
                <a:spcPts val="0"/>
              </a:spcAft>
              <a:buNone/>
              <a:defRPr sz="2800"/>
            </a:lvl5pPr>
            <a:lvl6pPr lvl="5">
              <a:lnSpc>
                <a:spcPct val="90000"/>
              </a:lnSpc>
              <a:spcBef>
                <a:spcPts val="0"/>
              </a:spcBef>
              <a:spcAft>
                <a:spcPts val="0"/>
              </a:spcAft>
              <a:buNone/>
              <a:defRPr sz="2800"/>
            </a:lvl6pPr>
            <a:lvl7pPr lvl="6">
              <a:lnSpc>
                <a:spcPct val="90000"/>
              </a:lnSpc>
              <a:spcBef>
                <a:spcPts val="0"/>
              </a:spcBef>
              <a:spcAft>
                <a:spcPts val="0"/>
              </a:spcAft>
              <a:buNone/>
              <a:defRPr sz="2800"/>
            </a:lvl7pPr>
            <a:lvl8pPr lvl="7">
              <a:lnSpc>
                <a:spcPct val="90000"/>
              </a:lnSpc>
              <a:spcBef>
                <a:spcPts val="0"/>
              </a:spcBef>
              <a:spcAft>
                <a:spcPts val="0"/>
              </a:spcAft>
              <a:buNone/>
              <a:defRPr sz="2800"/>
            </a:lvl8pPr>
            <a:lvl9pPr lvl="8">
              <a:lnSpc>
                <a:spcPct val="90000"/>
              </a:lnSpc>
              <a:spcBef>
                <a:spcPts val="0"/>
              </a:spcBef>
              <a:spcAft>
                <a:spcPts val="0"/>
              </a:spcAft>
              <a:buNone/>
              <a:defRPr sz="2800"/>
            </a:lvl9pPr>
          </a:lstStyle>
          <a:p/>
        </p:txBody>
      </p:sp>
      <p:sp>
        <p:nvSpPr>
          <p:cNvPr id="259" name="Google Shape;259;p34"/>
          <p:cNvSpPr/>
          <p:nvPr>
            <p:ph idx="3" type="pic"/>
          </p:nvPr>
        </p:nvSpPr>
        <p:spPr>
          <a:xfrm>
            <a:off x="361975" y="1066100"/>
            <a:ext cx="1967700" cy="1311600"/>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CUSTOM_2_1_2_1_2">
    <p:bg>
      <p:bgPr>
        <a:solidFill>
          <a:schemeClr val="lt1"/>
        </a:solidFill>
      </p:bgPr>
    </p:bg>
    <p:spTree>
      <p:nvGrpSpPr>
        <p:cNvPr id="260" name="Shape 260"/>
        <p:cNvGrpSpPr/>
        <p:nvPr/>
      </p:nvGrpSpPr>
      <p:grpSpPr>
        <a:xfrm>
          <a:off x="0" y="0"/>
          <a:ext cx="0" cy="0"/>
          <a:chOff x="0" y="0"/>
          <a:chExt cx="0" cy="0"/>
        </a:xfrm>
      </p:grpSpPr>
      <p:sp>
        <p:nvSpPr>
          <p:cNvPr id="261" name="Google Shape;261;p35"/>
          <p:cNvSpPr/>
          <p:nvPr>
            <p:ph idx="2" type="pic"/>
          </p:nvPr>
        </p:nvSpPr>
        <p:spPr>
          <a:xfrm>
            <a:off x="361975" y="781775"/>
            <a:ext cx="2872800" cy="3783300"/>
          </a:xfrm>
          <a:prstGeom prst="rect">
            <a:avLst/>
          </a:prstGeom>
          <a:noFill/>
          <a:ln>
            <a:noFill/>
          </a:ln>
        </p:spPr>
      </p:sp>
      <p:sp>
        <p:nvSpPr>
          <p:cNvPr id="262" name="Google Shape;262;p3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3" name="Google Shape;263;p3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64" name="Google Shape;264;p35"/>
          <p:cNvSpPr txBox="1"/>
          <p:nvPr>
            <p:ph idx="3" type="subTitle"/>
          </p:nvPr>
        </p:nvSpPr>
        <p:spPr>
          <a:xfrm>
            <a:off x="3657600" y="1051772"/>
            <a:ext cx="4163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65" name="Google Shape;265;p35"/>
          <p:cNvSpPr txBox="1"/>
          <p:nvPr>
            <p:ph type="title"/>
          </p:nvPr>
        </p:nvSpPr>
        <p:spPr>
          <a:xfrm>
            <a:off x="3657600" y="1555450"/>
            <a:ext cx="5622000" cy="1750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solidFill>
                  <a:schemeClr val="dk1"/>
                </a:solidFill>
              </a:defRPr>
            </a:lvl1pPr>
            <a:lvl2pPr lvl="1">
              <a:lnSpc>
                <a:spcPct val="90000"/>
              </a:lnSpc>
              <a:spcBef>
                <a:spcPts val="0"/>
              </a:spcBef>
              <a:spcAft>
                <a:spcPts val="0"/>
              </a:spcAft>
              <a:buNone/>
              <a:defRPr sz="2800">
                <a:solidFill>
                  <a:schemeClr val="dk1"/>
                </a:solidFill>
              </a:defRPr>
            </a:lvl2pPr>
            <a:lvl3pPr lvl="2">
              <a:lnSpc>
                <a:spcPct val="90000"/>
              </a:lnSpc>
              <a:spcBef>
                <a:spcPts val="0"/>
              </a:spcBef>
              <a:spcAft>
                <a:spcPts val="0"/>
              </a:spcAft>
              <a:buNone/>
              <a:defRPr sz="2800">
                <a:solidFill>
                  <a:schemeClr val="dk1"/>
                </a:solidFill>
              </a:defRPr>
            </a:lvl3pPr>
            <a:lvl4pPr lvl="3">
              <a:lnSpc>
                <a:spcPct val="90000"/>
              </a:lnSpc>
              <a:spcBef>
                <a:spcPts val="0"/>
              </a:spcBef>
              <a:spcAft>
                <a:spcPts val="0"/>
              </a:spcAft>
              <a:buNone/>
              <a:defRPr sz="2800">
                <a:solidFill>
                  <a:schemeClr val="dk1"/>
                </a:solidFill>
              </a:defRPr>
            </a:lvl4pPr>
            <a:lvl5pPr lvl="4">
              <a:lnSpc>
                <a:spcPct val="90000"/>
              </a:lnSpc>
              <a:spcBef>
                <a:spcPts val="0"/>
              </a:spcBef>
              <a:spcAft>
                <a:spcPts val="0"/>
              </a:spcAft>
              <a:buNone/>
              <a:defRPr sz="2800">
                <a:solidFill>
                  <a:schemeClr val="dk1"/>
                </a:solidFill>
              </a:defRPr>
            </a:lvl5pPr>
            <a:lvl6pPr lvl="5">
              <a:lnSpc>
                <a:spcPct val="90000"/>
              </a:lnSpc>
              <a:spcBef>
                <a:spcPts val="0"/>
              </a:spcBef>
              <a:spcAft>
                <a:spcPts val="0"/>
              </a:spcAft>
              <a:buNone/>
              <a:defRPr sz="2800">
                <a:solidFill>
                  <a:schemeClr val="dk1"/>
                </a:solidFill>
              </a:defRPr>
            </a:lvl6pPr>
            <a:lvl7pPr lvl="6">
              <a:lnSpc>
                <a:spcPct val="90000"/>
              </a:lnSpc>
              <a:spcBef>
                <a:spcPts val="0"/>
              </a:spcBef>
              <a:spcAft>
                <a:spcPts val="0"/>
              </a:spcAft>
              <a:buNone/>
              <a:defRPr sz="2800">
                <a:solidFill>
                  <a:schemeClr val="dk1"/>
                </a:solidFill>
              </a:defRPr>
            </a:lvl7pPr>
            <a:lvl8pPr lvl="7">
              <a:lnSpc>
                <a:spcPct val="90000"/>
              </a:lnSpc>
              <a:spcBef>
                <a:spcPts val="0"/>
              </a:spcBef>
              <a:spcAft>
                <a:spcPts val="0"/>
              </a:spcAft>
              <a:buNone/>
              <a:defRPr sz="2800">
                <a:solidFill>
                  <a:schemeClr val="dk1"/>
                </a:solidFill>
              </a:defRPr>
            </a:lvl8pPr>
            <a:lvl9pPr lvl="8">
              <a:lnSpc>
                <a:spcPct val="90000"/>
              </a:lnSpc>
              <a:spcBef>
                <a:spcPts val="0"/>
              </a:spcBef>
              <a:spcAft>
                <a:spcPts val="0"/>
              </a:spcAft>
              <a:buNone/>
              <a:defRPr sz="2800">
                <a:solidFill>
                  <a:schemeClr val="dk1"/>
                </a:solidFill>
              </a:defRPr>
            </a:lvl9pPr>
          </a:lstStyle>
          <a:p/>
        </p:txBody>
      </p:sp>
      <p:sp>
        <p:nvSpPr>
          <p:cNvPr id="266" name="Google Shape;266;p35"/>
          <p:cNvSpPr txBox="1"/>
          <p:nvPr>
            <p:ph idx="4" type="body"/>
          </p:nvPr>
        </p:nvSpPr>
        <p:spPr>
          <a:xfrm>
            <a:off x="3657600" y="3556575"/>
            <a:ext cx="3554400" cy="1029300"/>
          </a:xfrm>
          <a:prstGeom prst="rect">
            <a:avLst/>
          </a:prstGeom>
        </p:spPr>
        <p:txBody>
          <a:bodyPr anchorCtr="0" anchor="b" bIns="0" lIns="0" spcFirstLastPara="1" rIns="0" wrap="square" tIns="0">
            <a:sp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5">
  <p:cSld name="CUSTOM_2_1_2_1_1">
    <p:bg>
      <p:bgPr>
        <a:solidFill>
          <a:schemeClr val="accent2"/>
        </a:solidFill>
      </p:bgPr>
    </p:bg>
    <p:spTree>
      <p:nvGrpSpPr>
        <p:cNvPr id="267" name="Shape 267"/>
        <p:cNvGrpSpPr/>
        <p:nvPr/>
      </p:nvGrpSpPr>
      <p:grpSpPr>
        <a:xfrm>
          <a:off x="0" y="0"/>
          <a:ext cx="0" cy="0"/>
          <a:chOff x="0" y="0"/>
          <a:chExt cx="0" cy="0"/>
        </a:xfrm>
      </p:grpSpPr>
      <p:pic>
        <p:nvPicPr>
          <p:cNvPr descr="The reflective glass facade of a skyscraper. " id="268" name="Google Shape;268;p36"/>
          <p:cNvPicPr preferRelativeResize="0"/>
          <p:nvPr/>
        </p:nvPicPr>
        <p:blipFill rotWithShape="1">
          <a:blip r:embed="rId2">
            <a:alphaModFix amt="14000"/>
          </a:blip>
          <a:srcRect b="15604" l="0" r="0" t="0"/>
          <a:stretch/>
        </p:blipFill>
        <p:spPr>
          <a:xfrm>
            <a:off x="0" y="-8150"/>
            <a:ext cx="9144003" cy="5143501"/>
          </a:xfrm>
          <a:prstGeom prst="rect">
            <a:avLst/>
          </a:prstGeom>
          <a:noFill/>
          <a:ln>
            <a:noFill/>
          </a:ln>
        </p:spPr>
      </p:pic>
      <p:sp>
        <p:nvSpPr>
          <p:cNvPr id="269" name="Google Shape;269;p3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0" name="Google Shape;270;p3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1" name="Google Shape;271;p36"/>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a:buChar char="●"/>
              <a:defRPr sz="1000"/>
            </a:lvl1pPr>
            <a:lvl2pPr indent="-292100" lvl="1" marL="914400" algn="ctr">
              <a:spcBef>
                <a:spcPts val="800"/>
              </a:spcBef>
              <a:spcAft>
                <a:spcPts val="0"/>
              </a:spcAft>
              <a:buClr>
                <a:schemeClr val="lt1"/>
              </a:buClr>
              <a:buSzPts val="1000"/>
              <a:buFont typeface="DM Sans"/>
              <a:buChar char="○"/>
              <a:defRPr sz="1000"/>
            </a:lvl2pPr>
            <a:lvl3pPr indent="-292100" lvl="2" marL="1371600" algn="ctr">
              <a:spcBef>
                <a:spcPts val="800"/>
              </a:spcBef>
              <a:spcAft>
                <a:spcPts val="0"/>
              </a:spcAft>
              <a:buClr>
                <a:schemeClr val="lt1"/>
              </a:buClr>
              <a:buSzPts val="1000"/>
              <a:buFont typeface="DM Sans"/>
              <a:buChar char="■"/>
              <a:defRPr sz="1000"/>
            </a:lvl3pPr>
            <a:lvl4pPr indent="-292100" lvl="3" marL="1828800" algn="ctr">
              <a:spcBef>
                <a:spcPts val="800"/>
              </a:spcBef>
              <a:spcAft>
                <a:spcPts val="0"/>
              </a:spcAft>
              <a:buClr>
                <a:schemeClr val="lt1"/>
              </a:buClr>
              <a:buSzPts val="1000"/>
              <a:buFont typeface="DM Sans"/>
              <a:buChar char="●"/>
              <a:defRPr sz="1000"/>
            </a:lvl4pPr>
            <a:lvl5pPr indent="-292100" lvl="4" marL="2286000" algn="ctr">
              <a:spcBef>
                <a:spcPts val="800"/>
              </a:spcBef>
              <a:spcAft>
                <a:spcPts val="0"/>
              </a:spcAft>
              <a:buClr>
                <a:schemeClr val="lt1"/>
              </a:buClr>
              <a:buSzPts val="1000"/>
              <a:buFont typeface="DM Sans"/>
              <a:buChar char="○"/>
              <a:defRPr sz="1000"/>
            </a:lvl5pPr>
            <a:lvl6pPr indent="-292100" lvl="5" marL="2743200" algn="ctr">
              <a:spcBef>
                <a:spcPts val="800"/>
              </a:spcBef>
              <a:spcAft>
                <a:spcPts val="0"/>
              </a:spcAft>
              <a:buClr>
                <a:schemeClr val="lt1"/>
              </a:buClr>
              <a:buSzPts val="1000"/>
              <a:buFont typeface="DM Sans"/>
              <a:buChar char="■"/>
              <a:defRPr sz="1000"/>
            </a:lvl6pPr>
            <a:lvl7pPr indent="-292100" lvl="6" marL="3200400" algn="ctr">
              <a:spcBef>
                <a:spcPts val="800"/>
              </a:spcBef>
              <a:spcAft>
                <a:spcPts val="0"/>
              </a:spcAft>
              <a:buClr>
                <a:schemeClr val="lt1"/>
              </a:buClr>
              <a:buSzPts val="1000"/>
              <a:buFont typeface="DM Sans"/>
              <a:buChar char="●"/>
              <a:defRPr sz="1000"/>
            </a:lvl7pPr>
            <a:lvl8pPr indent="-292100" lvl="7" marL="3657600" algn="ctr">
              <a:spcBef>
                <a:spcPts val="800"/>
              </a:spcBef>
              <a:spcAft>
                <a:spcPts val="0"/>
              </a:spcAft>
              <a:buClr>
                <a:schemeClr val="lt1"/>
              </a:buClr>
              <a:buSzPts val="1000"/>
              <a:buFont typeface="DM Sans"/>
              <a:buChar char="○"/>
              <a:defRPr sz="1000"/>
            </a:lvl8pPr>
            <a:lvl9pPr indent="-292100" lvl="8" marL="4114800" algn="ctr">
              <a:spcBef>
                <a:spcPts val="800"/>
              </a:spcBef>
              <a:spcAft>
                <a:spcPts val="800"/>
              </a:spcAft>
              <a:buClr>
                <a:schemeClr val="lt1"/>
              </a:buClr>
              <a:buSzPts val="1000"/>
              <a:buFont typeface="DM Sans"/>
              <a:buChar char="■"/>
              <a:defRPr sz="1000"/>
            </a:lvl9pPr>
          </a:lstStyle>
          <a:p/>
        </p:txBody>
      </p:sp>
      <p:sp>
        <p:nvSpPr>
          <p:cNvPr id="272" name="Google Shape;272;p36"/>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73" name="Google Shape;273;p36"/>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74" name="Google Shape;274;p36"/>
          <p:cNvSpPr/>
          <p:nvPr>
            <p:ph idx="4" type="pic"/>
          </p:nvPr>
        </p:nvSpPr>
        <p:spPr>
          <a:xfrm>
            <a:off x="3588150" y="2027104"/>
            <a:ext cx="1967700" cy="13116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1_1">
    <p:bg>
      <p:bgPr>
        <a:solidFill>
          <a:schemeClr val="accent1"/>
        </a:solidFill>
      </p:bgPr>
    </p:bg>
    <p:spTree>
      <p:nvGrpSpPr>
        <p:cNvPr id="275" name="Shape 275"/>
        <p:cNvGrpSpPr/>
        <p:nvPr/>
      </p:nvGrpSpPr>
      <p:grpSpPr>
        <a:xfrm>
          <a:off x="0" y="0"/>
          <a:ext cx="0" cy="0"/>
          <a:chOff x="0" y="0"/>
          <a:chExt cx="0" cy="0"/>
        </a:xfrm>
      </p:grpSpPr>
      <p:pic>
        <p:nvPicPr>
          <p:cNvPr descr="A modern glass skyscraper. " id="276" name="Google Shape;276;p37"/>
          <p:cNvPicPr preferRelativeResize="0"/>
          <p:nvPr/>
        </p:nvPicPr>
        <p:blipFill rotWithShape="1">
          <a:blip r:embed="rId2">
            <a:alphaModFix amt="14000"/>
          </a:blip>
          <a:srcRect b="15604" l="0" r="0" t="0"/>
          <a:stretch/>
        </p:blipFill>
        <p:spPr>
          <a:xfrm>
            <a:off x="0" y="-8150"/>
            <a:ext cx="9144003" cy="5143501"/>
          </a:xfrm>
          <a:prstGeom prst="rect">
            <a:avLst/>
          </a:prstGeom>
          <a:noFill/>
          <a:ln>
            <a:noFill/>
          </a:ln>
        </p:spPr>
      </p:pic>
      <p:sp>
        <p:nvSpPr>
          <p:cNvPr id="277" name="Google Shape;277;p3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8" name="Google Shape;278;p3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37"/>
          <p:cNvSpPr txBox="1"/>
          <p:nvPr>
            <p:ph idx="2"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80" name="Google Shape;280;p37"/>
          <p:cNvSpPr txBox="1"/>
          <p:nvPr>
            <p:ph type="title"/>
          </p:nvPr>
        </p:nvSpPr>
        <p:spPr>
          <a:xfrm>
            <a:off x="1128900" y="1430400"/>
            <a:ext cx="6886200" cy="2282700"/>
          </a:xfrm>
          <a:prstGeom prst="rect">
            <a:avLst/>
          </a:prstGeom>
        </p:spPr>
        <p:txBody>
          <a:bodyPr anchorCtr="0" anchor="ctr" bIns="0" lIns="0" spcFirstLastPara="1" rIns="0" wrap="square" tIns="0">
            <a:noAutofit/>
          </a:bodyPr>
          <a:lstStyle>
            <a:lvl1pPr lvl="0" algn="ctr">
              <a:spcBef>
                <a:spcPts val="0"/>
              </a:spcBef>
              <a:spcAft>
                <a:spcPts val="0"/>
              </a:spcAft>
              <a:buNone/>
              <a:defRPr sz="2800"/>
            </a:lvl1pPr>
            <a:lvl2pPr lvl="1" algn="ctr">
              <a:lnSpc>
                <a:spcPct val="115000"/>
              </a:lnSpc>
              <a:spcBef>
                <a:spcPts val="0"/>
              </a:spcBef>
              <a:spcAft>
                <a:spcPts val="0"/>
              </a:spcAft>
              <a:buNone/>
              <a:defRPr/>
            </a:lvl2pPr>
            <a:lvl3pPr lvl="2" algn="ctr">
              <a:lnSpc>
                <a:spcPct val="115000"/>
              </a:lnSpc>
              <a:spcBef>
                <a:spcPts val="0"/>
              </a:spcBef>
              <a:spcAft>
                <a:spcPts val="0"/>
              </a:spcAft>
              <a:buNone/>
              <a:defRPr/>
            </a:lvl3pPr>
            <a:lvl4pPr lvl="3" algn="ctr">
              <a:lnSpc>
                <a:spcPct val="115000"/>
              </a:lnSpc>
              <a:spcBef>
                <a:spcPts val="0"/>
              </a:spcBef>
              <a:spcAft>
                <a:spcPts val="0"/>
              </a:spcAft>
              <a:buNone/>
              <a:defRPr/>
            </a:lvl4pPr>
            <a:lvl5pPr lvl="4" algn="ctr">
              <a:lnSpc>
                <a:spcPct val="115000"/>
              </a:lnSpc>
              <a:spcBef>
                <a:spcPts val="0"/>
              </a:spcBef>
              <a:spcAft>
                <a:spcPts val="0"/>
              </a:spcAft>
              <a:buNone/>
              <a:defRPr/>
            </a:lvl5pPr>
            <a:lvl6pPr lvl="5" algn="ctr">
              <a:lnSpc>
                <a:spcPct val="115000"/>
              </a:lnSpc>
              <a:spcBef>
                <a:spcPts val="0"/>
              </a:spcBef>
              <a:spcAft>
                <a:spcPts val="0"/>
              </a:spcAft>
              <a:buNone/>
              <a:defRPr/>
            </a:lvl6pPr>
            <a:lvl7pPr lvl="6" algn="ctr">
              <a:lnSpc>
                <a:spcPct val="115000"/>
              </a:lnSpc>
              <a:spcBef>
                <a:spcPts val="0"/>
              </a:spcBef>
              <a:spcAft>
                <a:spcPts val="0"/>
              </a:spcAft>
              <a:buNone/>
              <a:defRPr/>
            </a:lvl7pPr>
            <a:lvl8pPr lvl="7" algn="ctr">
              <a:lnSpc>
                <a:spcPct val="115000"/>
              </a:lnSpc>
              <a:spcBef>
                <a:spcPts val="0"/>
              </a:spcBef>
              <a:spcAft>
                <a:spcPts val="0"/>
              </a:spcAft>
              <a:buNone/>
              <a:defRPr/>
            </a:lvl8pPr>
            <a:lvl9pPr lvl="8" algn="ctr">
              <a:lnSpc>
                <a:spcPct val="115000"/>
              </a:lnSpc>
              <a:spcBef>
                <a:spcPts val="0"/>
              </a:spcBef>
              <a:spcAft>
                <a:spcPts val="0"/>
              </a:spcAft>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verview - Six modules">
  <p:cSld name="CUSTOM_3">
    <p:bg>
      <p:bgPr>
        <a:solidFill>
          <a:schemeClr val="lt1"/>
        </a:solidFill>
      </p:bgPr>
    </p:bg>
    <p:spTree>
      <p:nvGrpSpPr>
        <p:cNvPr id="281" name="Shape 281"/>
        <p:cNvGrpSpPr/>
        <p:nvPr/>
      </p:nvGrpSpPr>
      <p:grpSpPr>
        <a:xfrm>
          <a:off x="0" y="0"/>
          <a:ext cx="0" cy="0"/>
          <a:chOff x="0" y="0"/>
          <a:chExt cx="0" cy="0"/>
        </a:xfrm>
      </p:grpSpPr>
      <p:cxnSp>
        <p:nvCxnSpPr>
          <p:cNvPr id="282" name="Google Shape;282;p38"/>
          <p:cNvCxnSpPr/>
          <p:nvPr/>
        </p:nvCxnSpPr>
        <p:spPr>
          <a:xfrm>
            <a:off x="6096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83" name="Google Shape;283;p38"/>
          <p:cNvCxnSpPr/>
          <p:nvPr/>
        </p:nvCxnSpPr>
        <p:spPr>
          <a:xfrm>
            <a:off x="3048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84" name="Google Shape;284;p38"/>
          <p:cNvCxnSpPr/>
          <p:nvPr/>
        </p:nvCxnSpPr>
        <p:spPr>
          <a:xfrm>
            <a:off x="50" y="3174279"/>
            <a:ext cx="9144000" cy="0"/>
          </a:xfrm>
          <a:prstGeom prst="straightConnector1">
            <a:avLst/>
          </a:prstGeom>
          <a:noFill/>
          <a:ln cap="flat" cmpd="sng" w="19050">
            <a:solidFill>
              <a:schemeClr val="lt1"/>
            </a:solidFill>
            <a:prstDash val="solid"/>
            <a:round/>
            <a:headEnd len="med" w="med" type="none"/>
            <a:tailEnd len="med" w="med" type="none"/>
          </a:ln>
        </p:spPr>
      </p:cxnSp>
      <p:sp>
        <p:nvSpPr>
          <p:cNvPr id="285" name="Google Shape;285;p38"/>
          <p:cNvSpPr txBox="1"/>
          <p:nvPr>
            <p:ph idx="1" type="subTitle"/>
          </p:nvPr>
        </p:nvSpPr>
        <p:spPr>
          <a:xfrm>
            <a:off x="363200"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86" name="Google Shape;286;p38"/>
          <p:cNvSpPr txBox="1"/>
          <p:nvPr>
            <p:ph idx="2" type="subTitle"/>
          </p:nvPr>
        </p:nvSpPr>
        <p:spPr>
          <a:xfrm>
            <a:off x="361975"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87" name="Google Shape;287;p3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8" name="Google Shape;288;p38"/>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89" name="Google Shape;289;p38"/>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90" name="Google Shape;290;p38"/>
          <p:cNvSpPr txBox="1"/>
          <p:nvPr>
            <p:ph idx="4" type="subTitle"/>
          </p:nvPr>
        </p:nvSpPr>
        <p:spPr>
          <a:xfrm>
            <a:off x="341182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1" name="Google Shape;291;p38"/>
          <p:cNvSpPr txBox="1"/>
          <p:nvPr>
            <p:ph idx="5" type="subTitle"/>
          </p:nvPr>
        </p:nvSpPr>
        <p:spPr>
          <a:xfrm>
            <a:off x="341060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2" name="Google Shape;292;p38"/>
          <p:cNvSpPr txBox="1"/>
          <p:nvPr>
            <p:ph idx="6" type="subTitle"/>
          </p:nvPr>
        </p:nvSpPr>
        <p:spPr>
          <a:xfrm>
            <a:off x="646047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3" name="Google Shape;293;p38"/>
          <p:cNvSpPr txBox="1"/>
          <p:nvPr>
            <p:ph idx="7" type="subTitle"/>
          </p:nvPr>
        </p:nvSpPr>
        <p:spPr>
          <a:xfrm>
            <a:off x="645925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4" name="Google Shape;294;p38"/>
          <p:cNvSpPr txBox="1"/>
          <p:nvPr>
            <p:ph idx="8" type="subTitle"/>
          </p:nvPr>
        </p:nvSpPr>
        <p:spPr>
          <a:xfrm>
            <a:off x="363200"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5" name="Google Shape;295;p38"/>
          <p:cNvSpPr txBox="1"/>
          <p:nvPr>
            <p:ph idx="9" type="subTitle"/>
          </p:nvPr>
        </p:nvSpPr>
        <p:spPr>
          <a:xfrm>
            <a:off x="361975"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6" name="Google Shape;296;p38"/>
          <p:cNvSpPr txBox="1"/>
          <p:nvPr>
            <p:ph idx="13" type="subTitle"/>
          </p:nvPr>
        </p:nvSpPr>
        <p:spPr>
          <a:xfrm>
            <a:off x="341182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7" name="Google Shape;297;p38"/>
          <p:cNvSpPr txBox="1"/>
          <p:nvPr>
            <p:ph idx="14" type="subTitle"/>
          </p:nvPr>
        </p:nvSpPr>
        <p:spPr>
          <a:xfrm>
            <a:off x="341060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8" name="Google Shape;298;p38"/>
          <p:cNvSpPr txBox="1"/>
          <p:nvPr>
            <p:ph idx="15" type="subTitle"/>
          </p:nvPr>
        </p:nvSpPr>
        <p:spPr>
          <a:xfrm>
            <a:off x="646047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9" name="Google Shape;299;p38"/>
          <p:cNvSpPr txBox="1"/>
          <p:nvPr>
            <p:ph idx="16" type="subTitle"/>
          </p:nvPr>
        </p:nvSpPr>
        <p:spPr>
          <a:xfrm>
            <a:off x="645925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1">
  <p:cSld name="CUSTOM_4">
    <p:spTree>
      <p:nvGrpSpPr>
        <p:cNvPr id="300" name="Shape 300"/>
        <p:cNvGrpSpPr/>
        <p:nvPr/>
      </p:nvGrpSpPr>
      <p:grpSpPr>
        <a:xfrm>
          <a:off x="0" y="0"/>
          <a:ext cx="0" cy="0"/>
          <a:chOff x="0" y="0"/>
          <a:chExt cx="0" cy="0"/>
        </a:xfrm>
      </p:grpSpPr>
      <p:sp>
        <p:nvSpPr>
          <p:cNvPr id="301" name="Google Shape;301;p39"/>
          <p:cNvSpPr txBox="1"/>
          <p:nvPr>
            <p:ph idx="1" type="subTitle"/>
          </p:nvPr>
        </p:nvSpPr>
        <p:spPr>
          <a:xfrm>
            <a:off x="742900" y="2158550"/>
            <a:ext cx="3213000" cy="138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02" name="Google Shape;302;p39"/>
          <p:cNvSpPr txBox="1"/>
          <p:nvPr>
            <p:ph idx="2" type="body"/>
          </p:nvPr>
        </p:nvSpPr>
        <p:spPr>
          <a:xfrm>
            <a:off x="742900" y="2381875"/>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03" name="Google Shape;303;p39"/>
          <p:cNvSpPr/>
          <p:nvPr>
            <p:ph idx="3" type="pic"/>
          </p:nvPr>
        </p:nvSpPr>
        <p:spPr>
          <a:xfrm>
            <a:off x="5402575" y="0"/>
            <a:ext cx="3739800" cy="3129600"/>
          </a:xfrm>
          <a:prstGeom prst="rect">
            <a:avLst/>
          </a:prstGeom>
          <a:noFill/>
          <a:ln cap="flat" cmpd="sng" w="9525">
            <a:solidFill>
              <a:schemeClr val="accent6"/>
            </a:solidFill>
            <a:prstDash val="solid"/>
            <a:round/>
            <a:headEnd len="sm" w="sm" type="none"/>
            <a:tailEnd len="sm" w="sm" type="none"/>
          </a:ln>
        </p:spPr>
      </p:sp>
      <p:sp>
        <p:nvSpPr>
          <p:cNvPr id="304" name="Google Shape;304;p39"/>
          <p:cNvSpPr txBox="1"/>
          <p:nvPr>
            <p:ph type="title"/>
          </p:nvPr>
        </p:nvSpPr>
        <p:spPr>
          <a:xfrm>
            <a:off x="361975" y="988550"/>
            <a:ext cx="4297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305" name="Google Shape;305;p39"/>
          <p:cNvSpPr txBox="1"/>
          <p:nvPr>
            <p:ph idx="4"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6" name="Google Shape;306;p3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07" name="Google Shape;307;p39"/>
          <p:cNvSpPr txBox="1"/>
          <p:nvPr>
            <p:ph idx="5"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8" name="Google Shape;308;p39"/>
          <p:cNvSpPr txBox="1"/>
          <p:nvPr>
            <p:ph idx="6" type="subTitle"/>
          </p:nvPr>
        </p:nvSpPr>
        <p:spPr>
          <a:xfrm>
            <a:off x="5785175" y="3335324"/>
            <a:ext cx="299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09" name="Google Shape;309;p39"/>
          <p:cNvSpPr txBox="1"/>
          <p:nvPr>
            <p:ph idx="7" type="subTitle"/>
          </p:nvPr>
        </p:nvSpPr>
        <p:spPr>
          <a:xfrm>
            <a:off x="742900" y="3910855"/>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10" name="Google Shape;310;p39"/>
          <p:cNvSpPr txBox="1"/>
          <p:nvPr>
            <p:ph idx="8" type="body"/>
          </p:nvPr>
        </p:nvSpPr>
        <p:spPr>
          <a:xfrm>
            <a:off x="742900" y="4134180"/>
            <a:ext cx="3213000" cy="461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1" name="Google Shape;311;p39"/>
          <p:cNvSpPr txBox="1"/>
          <p:nvPr>
            <p:ph idx="9" type="subTitle"/>
          </p:nvPr>
        </p:nvSpPr>
        <p:spPr>
          <a:xfrm>
            <a:off x="742900" y="3050778"/>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12" name="Google Shape;312;p39"/>
          <p:cNvSpPr txBox="1"/>
          <p:nvPr>
            <p:ph idx="13" type="body"/>
          </p:nvPr>
        </p:nvSpPr>
        <p:spPr>
          <a:xfrm>
            <a:off x="742900" y="3274103"/>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3" name="Google Shape;313;p39"/>
          <p:cNvSpPr txBox="1"/>
          <p:nvPr>
            <p:ph idx="14" type="body"/>
          </p:nvPr>
        </p:nvSpPr>
        <p:spPr>
          <a:xfrm>
            <a:off x="5785175" y="4134175"/>
            <a:ext cx="2991600" cy="4617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2">
  <p:cSld name="CUSTOM_4_1">
    <p:spTree>
      <p:nvGrpSpPr>
        <p:cNvPr id="314" name="Shape 314"/>
        <p:cNvGrpSpPr/>
        <p:nvPr/>
      </p:nvGrpSpPr>
      <p:grpSpPr>
        <a:xfrm>
          <a:off x="0" y="0"/>
          <a:ext cx="0" cy="0"/>
          <a:chOff x="0" y="0"/>
          <a:chExt cx="0" cy="0"/>
        </a:xfrm>
      </p:grpSpPr>
      <p:sp>
        <p:nvSpPr>
          <p:cNvPr id="315" name="Google Shape;315;p40"/>
          <p:cNvSpPr/>
          <p:nvPr>
            <p:ph idx="2" type="pic"/>
          </p:nvPr>
        </p:nvSpPr>
        <p:spPr>
          <a:xfrm>
            <a:off x="75" y="0"/>
            <a:ext cx="2853300" cy="2436600"/>
          </a:xfrm>
          <a:prstGeom prst="rect">
            <a:avLst/>
          </a:prstGeom>
          <a:noFill/>
          <a:ln>
            <a:noFill/>
          </a:ln>
        </p:spPr>
      </p:sp>
      <p:sp>
        <p:nvSpPr>
          <p:cNvPr id="316" name="Google Shape;316;p4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17" name="Google Shape;317;p40"/>
          <p:cNvSpPr txBox="1"/>
          <p:nvPr>
            <p:ph idx="1" type="subTitle"/>
          </p:nvPr>
        </p:nvSpPr>
        <p:spPr>
          <a:xfrm>
            <a:off x="361975" y="2614325"/>
            <a:ext cx="206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Four members">
  <p:cSld name="CUSTOM_5">
    <p:bg>
      <p:bgPr>
        <a:solidFill>
          <a:schemeClr val="lt1"/>
        </a:solidFill>
      </p:bgPr>
    </p:bg>
    <p:spTree>
      <p:nvGrpSpPr>
        <p:cNvPr id="318" name="Shape 318"/>
        <p:cNvGrpSpPr/>
        <p:nvPr/>
      </p:nvGrpSpPr>
      <p:grpSpPr>
        <a:xfrm>
          <a:off x="0" y="0"/>
          <a:ext cx="0" cy="0"/>
          <a:chOff x="0" y="0"/>
          <a:chExt cx="0" cy="0"/>
        </a:xfrm>
      </p:grpSpPr>
      <p:sp>
        <p:nvSpPr>
          <p:cNvPr id="319" name="Google Shape;319;p41"/>
          <p:cNvSpPr txBox="1"/>
          <p:nvPr>
            <p:ph idx="1" type="body"/>
          </p:nvPr>
        </p:nvSpPr>
        <p:spPr>
          <a:xfrm>
            <a:off x="3528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0" name="Google Shape;320;p41"/>
          <p:cNvSpPr txBox="1"/>
          <p:nvPr>
            <p:ph idx="2" type="body"/>
          </p:nvPr>
        </p:nvSpPr>
        <p:spPr>
          <a:xfrm>
            <a:off x="7187875"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1" name="Google Shape;321;p41"/>
          <p:cNvSpPr txBox="1"/>
          <p:nvPr>
            <p:ph idx="3" type="body"/>
          </p:nvPr>
        </p:nvSpPr>
        <p:spPr>
          <a:xfrm>
            <a:off x="49244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2" name="Google Shape;322;p41"/>
          <p:cNvSpPr txBox="1"/>
          <p:nvPr>
            <p:ph idx="4" type="body"/>
          </p:nvPr>
        </p:nvSpPr>
        <p:spPr>
          <a:xfrm>
            <a:off x="2643063"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3" name="Google Shape;323;p41"/>
          <p:cNvSpPr/>
          <p:nvPr>
            <p:ph idx="5" type="pic"/>
          </p:nvPr>
        </p:nvSpPr>
        <p:spPr>
          <a:xfrm>
            <a:off x="2941550" y="1923334"/>
            <a:ext cx="991800" cy="991800"/>
          </a:xfrm>
          <a:prstGeom prst="rect">
            <a:avLst/>
          </a:prstGeom>
          <a:noFill/>
          <a:ln>
            <a:noFill/>
          </a:ln>
        </p:spPr>
      </p:sp>
      <p:sp>
        <p:nvSpPr>
          <p:cNvPr id="324" name="Google Shape;324;p41"/>
          <p:cNvSpPr/>
          <p:nvPr>
            <p:ph idx="6" type="pic"/>
          </p:nvPr>
        </p:nvSpPr>
        <p:spPr>
          <a:xfrm>
            <a:off x="5227063" y="1923334"/>
            <a:ext cx="991800" cy="991800"/>
          </a:xfrm>
          <a:prstGeom prst="rect">
            <a:avLst/>
          </a:prstGeom>
          <a:noFill/>
          <a:ln>
            <a:noFill/>
          </a:ln>
        </p:spPr>
      </p:sp>
      <p:sp>
        <p:nvSpPr>
          <p:cNvPr id="325" name="Google Shape;325;p41"/>
          <p:cNvSpPr/>
          <p:nvPr>
            <p:ph idx="7" type="pic"/>
          </p:nvPr>
        </p:nvSpPr>
        <p:spPr>
          <a:xfrm>
            <a:off x="7495263" y="1923334"/>
            <a:ext cx="991800" cy="991800"/>
          </a:xfrm>
          <a:prstGeom prst="rect">
            <a:avLst/>
          </a:prstGeom>
          <a:noFill/>
          <a:ln>
            <a:noFill/>
          </a:ln>
        </p:spPr>
      </p:sp>
      <p:cxnSp>
        <p:nvCxnSpPr>
          <p:cNvPr id="326" name="Google Shape;326;p41"/>
          <p:cNvCxnSpPr/>
          <p:nvPr/>
        </p:nvCxnSpPr>
        <p:spPr>
          <a:xfrm>
            <a:off x="22861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327" name="Google Shape;327;p41"/>
          <p:cNvCxnSpPr/>
          <p:nvPr/>
        </p:nvCxnSpPr>
        <p:spPr>
          <a:xfrm>
            <a:off x="45805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328" name="Google Shape;328;p41"/>
          <p:cNvCxnSpPr/>
          <p:nvPr/>
        </p:nvCxnSpPr>
        <p:spPr>
          <a:xfrm>
            <a:off x="6857075" y="1801500"/>
            <a:ext cx="0" cy="3342000"/>
          </a:xfrm>
          <a:prstGeom prst="straightConnector1">
            <a:avLst/>
          </a:prstGeom>
          <a:noFill/>
          <a:ln cap="flat" cmpd="sng" w="19050">
            <a:solidFill>
              <a:schemeClr val="lt1"/>
            </a:solidFill>
            <a:prstDash val="solid"/>
            <a:round/>
            <a:headEnd len="med" w="med" type="none"/>
            <a:tailEnd len="med" w="med" type="none"/>
          </a:ln>
        </p:spPr>
      </p:cxnSp>
      <p:sp>
        <p:nvSpPr>
          <p:cNvPr id="329" name="Google Shape;329;p41"/>
          <p:cNvSpPr/>
          <p:nvPr>
            <p:ph idx="8" type="pic"/>
          </p:nvPr>
        </p:nvSpPr>
        <p:spPr>
          <a:xfrm>
            <a:off x="651288" y="1923334"/>
            <a:ext cx="991800" cy="991800"/>
          </a:xfrm>
          <a:prstGeom prst="rect">
            <a:avLst/>
          </a:prstGeom>
          <a:noFill/>
          <a:ln>
            <a:noFill/>
          </a:ln>
        </p:spPr>
      </p:sp>
      <p:sp>
        <p:nvSpPr>
          <p:cNvPr id="330" name="Google Shape;330;p41"/>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331" name="Google Shape;331;p4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32" name="Google Shape;332;p41"/>
          <p:cNvSpPr txBox="1"/>
          <p:nvPr>
            <p:ph idx="9"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33" name="Google Shape;333;p41"/>
          <p:cNvSpPr txBox="1"/>
          <p:nvPr>
            <p:ph idx="13" type="subTitle"/>
          </p:nvPr>
        </p:nvSpPr>
        <p:spPr>
          <a:xfrm>
            <a:off x="3532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34" name="Google Shape;334;p41"/>
          <p:cNvSpPr txBox="1"/>
          <p:nvPr>
            <p:ph idx="14" type="subTitle"/>
          </p:nvPr>
        </p:nvSpPr>
        <p:spPr>
          <a:xfrm>
            <a:off x="3532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35" name="Google Shape;335;p41"/>
          <p:cNvSpPr txBox="1"/>
          <p:nvPr>
            <p:ph idx="15" type="subTitle"/>
          </p:nvPr>
        </p:nvSpPr>
        <p:spPr>
          <a:xfrm>
            <a:off x="3532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36" name="Google Shape;336;p41"/>
          <p:cNvSpPr txBox="1"/>
          <p:nvPr>
            <p:ph idx="16" type="subTitle"/>
          </p:nvPr>
        </p:nvSpPr>
        <p:spPr>
          <a:xfrm>
            <a:off x="7188325"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37" name="Google Shape;337;p41"/>
          <p:cNvSpPr txBox="1"/>
          <p:nvPr>
            <p:ph idx="17" type="subTitle"/>
          </p:nvPr>
        </p:nvSpPr>
        <p:spPr>
          <a:xfrm>
            <a:off x="7188325"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38" name="Google Shape;338;p41"/>
          <p:cNvSpPr txBox="1"/>
          <p:nvPr>
            <p:ph idx="18" type="subTitle"/>
          </p:nvPr>
        </p:nvSpPr>
        <p:spPr>
          <a:xfrm>
            <a:off x="7188325"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39" name="Google Shape;339;p41"/>
          <p:cNvSpPr txBox="1"/>
          <p:nvPr>
            <p:ph idx="19" type="subTitle"/>
          </p:nvPr>
        </p:nvSpPr>
        <p:spPr>
          <a:xfrm>
            <a:off x="49248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40" name="Google Shape;340;p41"/>
          <p:cNvSpPr txBox="1"/>
          <p:nvPr>
            <p:ph idx="20" type="subTitle"/>
          </p:nvPr>
        </p:nvSpPr>
        <p:spPr>
          <a:xfrm>
            <a:off x="49248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41" name="Google Shape;341;p41"/>
          <p:cNvSpPr txBox="1"/>
          <p:nvPr>
            <p:ph idx="21" type="subTitle"/>
          </p:nvPr>
        </p:nvSpPr>
        <p:spPr>
          <a:xfrm>
            <a:off x="49248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42" name="Google Shape;342;p41"/>
          <p:cNvSpPr txBox="1"/>
          <p:nvPr>
            <p:ph idx="22" type="subTitle"/>
          </p:nvPr>
        </p:nvSpPr>
        <p:spPr>
          <a:xfrm>
            <a:off x="2643513"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43" name="Google Shape;343;p41"/>
          <p:cNvSpPr txBox="1"/>
          <p:nvPr>
            <p:ph idx="23" type="subTitle"/>
          </p:nvPr>
        </p:nvSpPr>
        <p:spPr>
          <a:xfrm>
            <a:off x="2643513"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44" name="Google Shape;344;p41"/>
          <p:cNvSpPr txBox="1"/>
          <p:nvPr>
            <p:ph idx="24" type="subTitle"/>
          </p:nvPr>
        </p:nvSpPr>
        <p:spPr>
          <a:xfrm>
            <a:off x="2643513"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Eight members">
  <p:cSld name="CUSTOM_6">
    <p:spTree>
      <p:nvGrpSpPr>
        <p:cNvPr id="345" name="Shape 345"/>
        <p:cNvGrpSpPr/>
        <p:nvPr/>
      </p:nvGrpSpPr>
      <p:grpSpPr>
        <a:xfrm>
          <a:off x="0" y="0"/>
          <a:ext cx="0" cy="0"/>
          <a:chOff x="0" y="0"/>
          <a:chExt cx="0" cy="0"/>
        </a:xfrm>
      </p:grpSpPr>
      <p:sp>
        <p:nvSpPr>
          <p:cNvPr id="346" name="Google Shape;346;p42"/>
          <p:cNvSpPr txBox="1"/>
          <p:nvPr>
            <p:ph idx="1" type="subTitle"/>
          </p:nvPr>
        </p:nvSpPr>
        <p:spPr>
          <a:xfrm>
            <a:off x="675060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47" name="Google Shape;347;p42"/>
          <p:cNvSpPr txBox="1"/>
          <p:nvPr>
            <p:ph idx="2" type="subTitle"/>
          </p:nvPr>
        </p:nvSpPr>
        <p:spPr>
          <a:xfrm>
            <a:off x="675060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8" name="Google Shape;348;p42"/>
          <p:cNvSpPr txBox="1"/>
          <p:nvPr>
            <p:ph idx="3" type="subTitle"/>
          </p:nvPr>
        </p:nvSpPr>
        <p:spPr>
          <a:xfrm>
            <a:off x="675060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49" name="Google Shape;349;p42"/>
          <p:cNvSpPr/>
          <p:nvPr>
            <p:ph idx="4" type="pic"/>
          </p:nvPr>
        </p:nvSpPr>
        <p:spPr>
          <a:xfrm>
            <a:off x="6080709" y="1066100"/>
            <a:ext cx="530400" cy="530400"/>
          </a:xfrm>
          <a:prstGeom prst="rect">
            <a:avLst/>
          </a:prstGeom>
          <a:noFill/>
          <a:ln>
            <a:noFill/>
          </a:ln>
        </p:spPr>
      </p:sp>
      <p:sp>
        <p:nvSpPr>
          <p:cNvPr id="350" name="Google Shape;350;p42"/>
          <p:cNvSpPr txBox="1"/>
          <p:nvPr>
            <p:ph idx="5" type="subTitle"/>
          </p:nvPr>
        </p:nvSpPr>
        <p:spPr>
          <a:xfrm>
            <a:off x="382455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1" name="Google Shape;351;p42"/>
          <p:cNvSpPr txBox="1"/>
          <p:nvPr>
            <p:ph idx="6" type="subTitle"/>
          </p:nvPr>
        </p:nvSpPr>
        <p:spPr>
          <a:xfrm>
            <a:off x="382455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2" name="Google Shape;352;p42"/>
          <p:cNvSpPr txBox="1"/>
          <p:nvPr>
            <p:ph idx="7" type="subTitle"/>
          </p:nvPr>
        </p:nvSpPr>
        <p:spPr>
          <a:xfrm>
            <a:off x="382455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53" name="Google Shape;353;p42"/>
          <p:cNvSpPr/>
          <p:nvPr>
            <p:ph idx="8" type="pic"/>
          </p:nvPr>
        </p:nvSpPr>
        <p:spPr>
          <a:xfrm>
            <a:off x="3154659" y="1066100"/>
            <a:ext cx="530400" cy="530400"/>
          </a:xfrm>
          <a:prstGeom prst="rect">
            <a:avLst/>
          </a:prstGeom>
          <a:noFill/>
          <a:ln>
            <a:noFill/>
          </a:ln>
        </p:spPr>
      </p:sp>
      <p:sp>
        <p:nvSpPr>
          <p:cNvPr id="354" name="Google Shape;354;p42"/>
          <p:cNvSpPr txBox="1"/>
          <p:nvPr>
            <p:ph idx="9" type="subTitle"/>
          </p:nvPr>
        </p:nvSpPr>
        <p:spPr>
          <a:xfrm>
            <a:off x="675060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5" name="Google Shape;355;p42"/>
          <p:cNvSpPr txBox="1"/>
          <p:nvPr>
            <p:ph idx="13" type="subTitle"/>
          </p:nvPr>
        </p:nvSpPr>
        <p:spPr>
          <a:xfrm>
            <a:off x="675060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6" name="Google Shape;356;p42"/>
          <p:cNvSpPr txBox="1"/>
          <p:nvPr>
            <p:ph idx="14" type="subTitle"/>
          </p:nvPr>
        </p:nvSpPr>
        <p:spPr>
          <a:xfrm>
            <a:off x="675060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57" name="Google Shape;357;p42"/>
          <p:cNvSpPr/>
          <p:nvPr>
            <p:ph idx="15" type="pic"/>
          </p:nvPr>
        </p:nvSpPr>
        <p:spPr>
          <a:xfrm>
            <a:off x="6080709" y="1975864"/>
            <a:ext cx="530400" cy="530400"/>
          </a:xfrm>
          <a:prstGeom prst="rect">
            <a:avLst/>
          </a:prstGeom>
          <a:noFill/>
          <a:ln>
            <a:noFill/>
          </a:ln>
        </p:spPr>
      </p:sp>
      <p:sp>
        <p:nvSpPr>
          <p:cNvPr id="358" name="Google Shape;358;p42"/>
          <p:cNvSpPr txBox="1"/>
          <p:nvPr>
            <p:ph idx="16" type="subTitle"/>
          </p:nvPr>
        </p:nvSpPr>
        <p:spPr>
          <a:xfrm>
            <a:off x="382455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9" name="Google Shape;359;p42"/>
          <p:cNvSpPr txBox="1"/>
          <p:nvPr>
            <p:ph idx="17" type="subTitle"/>
          </p:nvPr>
        </p:nvSpPr>
        <p:spPr>
          <a:xfrm>
            <a:off x="382455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0" name="Google Shape;360;p42"/>
          <p:cNvSpPr txBox="1"/>
          <p:nvPr>
            <p:ph idx="18" type="subTitle"/>
          </p:nvPr>
        </p:nvSpPr>
        <p:spPr>
          <a:xfrm>
            <a:off x="382455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1" name="Google Shape;361;p42"/>
          <p:cNvSpPr/>
          <p:nvPr>
            <p:ph idx="19" type="pic"/>
          </p:nvPr>
        </p:nvSpPr>
        <p:spPr>
          <a:xfrm>
            <a:off x="3154659" y="1975864"/>
            <a:ext cx="530400" cy="530400"/>
          </a:xfrm>
          <a:prstGeom prst="rect">
            <a:avLst/>
          </a:prstGeom>
          <a:noFill/>
          <a:ln>
            <a:noFill/>
          </a:ln>
        </p:spPr>
      </p:sp>
      <p:sp>
        <p:nvSpPr>
          <p:cNvPr id="362" name="Google Shape;362;p42"/>
          <p:cNvSpPr txBox="1"/>
          <p:nvPr>
            <p:ph idx="20" type="subTitle"/>
          </p:nvPr>
        </p:nvSpPr>
        <p:spPr>
          <a:xfrm>
            <a:off x="675060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3" name="Google Shape;363;p42"/>
          <p:cNvSpPr txBox="1"/>
          <p:nvPr>
            <p:ph idx="21" type="subTitle"/>
          </p:nvPr>
        </p:nvSpPr>
        <p:spPr>
          <a:xfrm>
            <a:off x="675060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4" name="Google Shape;364;p42"/>
          <p:cNvSpPr txBox="1"/>
          <p:nvPr>
            <p:ph idx="22" type="subTitle"/>
          </p:nvPr>
        </p:nvSpPr>
        <p:spPr>
          <a:xfrm>
            <a:off x="675060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5" name="Google Shape;365;p42"/>
          <p:cNvSpPr/>
          <p:nvPr>
            <p:ph idx="23" type="pic"/>
          </p:nvPr>
        </p:nvSpPr>
        <p:spPr>
          <a:xfrm>
            <a:off x="6080709" y="2883852"/>
            <a:ext cx="530400" cy="530400"/>
          </a:xfrm>
          <a:prstGeom prst="rect">
            <a:avLst/>
          </a:prstGeom>
          <a:noFill/>
          <a:ln>
            <a:noFill/>
          </a:ln>
        </p:spPr>
      </p:sp>
      <p:sp>
        <p:nvSpPr>
          <p:cNvPr id="366" name="Google Shape;366;p42"/>
          <p:cNvSpPr txBox="1"/>
          <p:nvPr>
            <p:ph idx="24" type="subTitle"/>
          </p:nvPr>
        </p:nvSpPr>
        <p:spPr>
          <a:xfrm>
            <a:off x="382455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7" name="Google Shape;367;p42"/>
          <p:cNvSpPr txBox="1"/>
          <p:nvPr>
            <p:ph idx="25" type="subTitle"/>
          </p:nvPr>
        </p:nvSpPr>
        <p:spPr>
          <a:xfrm>
            <a:off x="382455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8" name="Google Shape;368;p42"/>
          <p:cNvSpPr txBox="1"/>
          <p:nvPr>
            <p:ph idx="26" type="subTitle"/>
          </p:nvPr>
        </p:nvSpPr>
        <p:spPr>
          <a:xfrm>
            <a:off x="382455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9" name="Google Shape;369;p42"/>
          <p:cNvSpPr/>
          <p:nvPr>
            <p:ph idx="27" type="pic"/>
          </p:nvPr>
        </p:nvSpPr>
        <p:spPr>
          <a:xfrm>
            <a:off x="3154659" y="2883852"/>
            <a:ext cx="530400" cy="530400"/>
          </a:xfrm>
          <a:prstGeom prst="rect">
            <a:avLst/>
          </a:prstGeom>
          <a:noFill/>
          <a:ln>
            <a:noFill/>
          </a:ln>
        </p:spPr>
      </p:sp>
      <p:sp>
        <p:nvSpPr>
          <p:cNvPr id="370" name="Google Shape;370;p42"/>
          <p:cNvSpPr txBox="1"/>
          <p:nvPr>
            <p:ph idx="28" type="subTitle"/>
          </p:nvPr>
        </p:nvSpPr>
        <p:spPr>
          <a:xfrm>
            <a:off x="675060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1" name="Google Shape;371;p42"/>
          <p:cNvSpPr txBox="1"/>
          <p:nvPr>
            <p:ph idx="29" type="subTitle"/>
          </p:nvPr>
        </p:nvSpPr>
        <p:spPr>
          <a:xfrm>
            <a:off x="675060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2" name="Google Shape;372;p42"/>
          <p:cNvSpPr txBox="1"/>
          <p:nvPr>
            <p:ph idx="30" type="subTitle"/>
          </p:nvPr>
        </p:nvSpPr>
        <p:spPr>
          <a:xfrm>
            <a:off x="675060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3" name="Google Shape;373;p42"/>
          <p:cNvSpPr/>
          <p:nvPr>
            <p:ph idx="31" type="pic"/>
          </p:nvPr>
        </p:nvSpPr>
        <p:spPr>
          <a:xfrm>
            <a:off x="6080709" y="3805056"/>
            <a:ext cx="530400" cy="530400"/>
          </a:xfrm>
          <a:prstGeom prst="rect">
            <a:avLst/>
          </a:prstGeom>
          <a:noFill/>
          <a:ln>
            <a:noFill/>
          </a:ln>
        </p:spPr>
      </p:sp>
      <p:sp>
        <p:nvSpPr>
          <p:cNvPr id="374" name="Google Shape;374;p42"/>
          <p:cNvSpPr txBox="1"/>
          <p:nvPr>
            <p:ph idx="32" type="subTitle"/>
          </p:nvPr>
        </p:nvSpPr>
        <p:spPr>
          <a:xfrm>
            <a:off x="382455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5" name="Google Shape;375;p42"/>
          <p:cNvSpPr txBox="1"/>
          <p:nvPr>
            <p:ph idx="33" type="subTitle"/>
          </p:nvPr>
        </p:nvSpPr>
        <p:spPr>
          <a:xfrm>
            <a:off x="382455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6" name="Google Shape;376;p42"/>
          <p:cNvSpPr txBox="1"/>
          <p:nvPr>
            <p:ph idx="34" type="subTitle"/>
          </p:nvPr>
        </p:nvSpPr>
        <p:spPr>
          <a:xfrm>
            <a:off x="382455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7" name="Google Shape;377;p42"/>
          <p:cNvSpPr/>
          <p:nvPr>
            <p:ph idx="35" type="pic"/>
          </p:nvPr>
        </p:nvSpPr>
        <p:spPr>
          <a:xfrm>
            <a:off x="3154659" y="3805056"/>
            <a:ext cx="530400" cy="530400"/>
          </a:xfrm>
          <a:prstGeom prst="rect">
            <a:avLst/>
          </a:prstGeom>
          <a:noFill/>
          <a:ln>
            <a:noFill/>
          </a:ln>
        </p:spPr>
      </p:sp>
      <p:sp>
        <p:nvSpPr>
          <p:cNvPr id="378" name="Google Shape;378;p42"/>
          <p:cNvSpPr txBox="1"/>
          <p:nvPr>
            <p:ph type="title"/>
          </p:nvPr>
        </p:nvSpPr>
        <p:spPr>
          <a:xfrm>
            <a:off x="361975" y="962100"/>
            <a:ext cx="24507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79" name="Google Shape;379;p4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80" name="Google Shape;380;p42"/>
          <p:cNvSpPr txBox="1"/>
          <p:nvPr>
            <p:ph idx="3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otlight - Alt 2">
  <p:cSld name="CUSTOM_7_1">
    <p:bg>
      <p:bgPr>
        <a:solidFill>
          <a:schemeClr val="accent2"/>
        </a:solidFill>
      </p:bgPr>
    </p:bg>
    <p:spTree>
      <p:nvGrpSpPr>
        <p:cNvPr id="381" name="Shape 381"/>
        <p:cNvGrpSpPr/>
        <p:nvPr/>
      </p:nvGrpSpPr>
      <p:grpSpPr>
        <a:xfrm>
          <a:off x="0" y="0"/>
          <a:ext cx="0" cy="0"/>
          <a:chOff x="0" y="0"/>
          <a:chExt cx="0" cy="0"/>
        </a:xfrm>
      </p:grpSpPr>
      <p:sp>
        <p:nvSpPr>
          <p:cNvPr id="382" name="Google Shape;382;p43"/>
          <p:cNvSpPr/>
          <p:nvPr/>
        </p:nvSpPr>
        <p:spPr>
          <a:xfrm>
            <a:off x="0" y="0"/>
            <a:ext cx="4567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383" name="Google Shape;383;p43"/>
          <p:cNvSpPr txBox="1"/>
          <p:nvPr>
            <p:ph type="title"/>
          </p:nvPr>
        </p:nvSpPr>
        <p:spPr>
          <a:xfrm>
            <a:off x="4975925" y="989088"/>
            <a:ext cx="37836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84" name="Google Shape;384;p43"/>
          <p:cNvSpPr/>
          <p:nvPr>
            <p:ph idx="2" type="pic"/>
          </p:nvPr>
        </p:nvSpPr>
        <p:spPr>
          <a:xfrm flipH="1">
            <a:off x="953803" y="1066100"/>
            <a:ext cx="2664300" cy="3002700"/>
          </a:xfrm>
          <a:prstGeom prst="rect">
            <a:avLst/>
          </a:prstGeom>
          <a:noFill/>
          <a:ln>
            <a:noFill/>
          </a:ln>
        </p:spPr>
      </p:sp>
      <p:sp>
        <p:nvSpPr>
          <p:cNvPr id="385" name="Google Shape;385;p43"/>
          <p:cNvSpPr txBox="1"/>
          <p:nvPr>
            <p:ph idx="1" type="body"/>
          </p:nvPr>
        </p:nvSpPr>
        <p:spPr>
          <a:xfrm>
            <a:off x="4975925" y="4125662"/>
            <a:ext cx="3783600" cy="461700"/>
          </a:xfrm>
          <a:prstGeom prst="rect">
            <a:avLst/>
          </a:prstGeom>
          <a:noFill/>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86" name="Google Shape;386;p4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87" name="Google Shape;387;p43"/>
          <p:cNvSpPr txBox="1"/>
          <p:nvPr>
            <p:ph idx="3" type="body"/>
          </p:nvPr>
        </p:nvSpPr>
        <p:spPr>
          <a:xfrm>
            <a:off x="4975925" y="1943891"/>
            <a:ext cx="3783600" cy="1243200"/>
          </a:xfrm>
          <a:prstGeom prst="rect">
            <a:avLst/>
          </a:prstGeom>
          <a:noFill/>
        </p:spPr>
        <p:txBody>
          <a:bodyPr anchorCtr="0" anchor="t" bIns="0" lIns="0" spcFirstLastPara="1" rIns="0" wrap="square" tIns="0">
            <a:noAutofit/>
          </a:bodyPr>
          <a:lstStyle>
            <a:lvl1pPr indent="-330200" lvl="0" marL="457200">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indent="-330200" lvl="1" marL="914400">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indent="-330200" lvl="2" marL="1371600">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indent="-330200" lvl="3" marL="1828800">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indent="-330200" lvl="4" marL="2286000">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indent="-330200" lvl="5" marL="2743200">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indent="-330200" lvl="6" marL="3200400">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indent="-330200" lvl="7" marL="3657600">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indent="-330200" lvl="8" marL="4114800">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p:txBody>
      </p:sp>
      <p:sp>
        <p:nvSpPr>
          <p:cNvPr id="388" name="Google Shape;388;p43"/>
          <p:cNvSpPr txBox="1"/>
          <p:nvPr>
            <p:ph idx="4" type="subTitle"/>
          </p:nvPr>
        </p:nvSpPr>
        <p:spPr>
          <a:xfrm>
            <a:off x="4975925" y="732775"/>
            <a:ext cx="37836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89" name="Google Shape;389;p43"/>
          <p:cNvSpPr txBox="1"/>
          <p:nvPr>
            <p:ph idx="5" type="subTitle"/>
          </p:nvPr>
        </p:nvSpPr>
        <p:spPr>
          <a:xfrm>
            <a:off x="4975925" y="1647132"/>
            <a:ext cx="3783600" cy="1386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90" name="Google Shape;390;p43"/>
          <p:cNvSpPr txBox="1"/>
          <p:nvPr>
            <p:ph idx="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background">
  <p:cSld name="CUSTOM_8">
    <p:spTree>
      <p:nvGrpSpPr>
        <p:cNvPr id="391" name="Shape 391"/>
        <p:cNvGrpSpPr/>
        <p:nvPr/>
      </p:nvGrpSpPr>
      <p:grpSpPr>
        <a:xfrm>
          <a:off x="0" y="0"/>
          <a:ext cx="0" cy="0"/>
          <a:chOff x="0" y="0"/>
          <a:chExt cx="0" cy="0"/>
        </a:xfrm>
      </p:grpSpPr>
      <p:grpSp>
        <p:nvGrpSpPr>
          <p:cNvPr id="392" name="Google Shape;392;p44"/>
          <p:cNvGrpSpPr/>
          <p:nvPr/>
        </p:nvGrpSpPr>
        <p:grpSpPr>
          <a:xfrm>
            <a:off x="49" y="514398"/>
            <a:ext cx="9144297" cy="4115162"/>
            <a:chOff x="-18500" y="514395"/>
            <a:chExt cx="9219900" cy="4115162"/>
          </a:xfrm>
        </p:grpSpPr>
        <p:cxnSp>
          <p:nvCxnSpPr>
            <p:cNvPr id="393" name="Google Shape;393;p44"/>
            <p:cNvCxnSpPr/>
            <p:nvPr/>
          </p:nvCxnSpPr>
          <p:spPr>
            <a:xfrm>
              <a:off x="-18500" y="1028790"/>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4" name="Google Shape;394;p44"/>
            <p:cNvCxnSpPr/>
            <p:nvPr/>
          </p:nvCxnSpPr>
          <p:spPr>
            <a:xfrm>
              <a:off x="-18500" y="462955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5" name="Google Shape;395;p44"/>
            <p:cNvCxnSpPr/>
            <p:nvPr/>
          </p:nvCxnSpPr>
          <p:spPr>
            <a:xfrm>
              <a:off x="-18500" y="4115162"/>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6" name="Google Shape;396;p44"/>
            <p:cNvCxnSpPr/>
            <p:nvPr/>
          </p:nvCxnSpPr>
          <p:spPr>
            <a:xfrm>
              <a:off x="-18500" y="360076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7" name="Google Shape;397;p44"/>
            <p:cNvCxnSpPr/>
            <p:nvPr/>
          </p:nvCxnSpPr>
          <p:spPr>
            <a:xfrm>
              <a:off x="-18500" y="308637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8" name="Google Shape;398;p44"/>
            <p:cNvCxnSpPr/>
            <p:nvPr/>
          </p:nvCxnSpPr>
          <p:spPr>
            <a:xfrm>
              <a:off x="-18500" y="257197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9" name="Google Shape;399;p44"/>
            <p:cNvCxnSpPr/>
            <p:nvPr/>
          </p:nvCxnSpPr>
          <p:spPr>
            <a:xfrm>
              <a:off x="-18500" y="205758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0" name="Google Shape;400;p44"/>
            <p:cNvCxnSpPr/>
            <p:nvPr/>
          </p:nvCxnSpPr>
          <p:spPr>
            <a:xfrm>
              <a:off x="-18500" y="154318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1" name="Google Shape;401;p44"/>
            <p:cNvCxnSpPr/>
            <p:nvPr/>
          </p:nvCxnSpPr>
          <p:spPr>
            <a:xfrm>
              <a:off x="-18500" y="514395"/>
              <a:ext cx="9219900" cy="0"/>
            </a:xfrm>
            <a:prstGeom prst="straightConnector1">
              <a:avLst/>
            </a:prstGeom>
            <a:noFill/>
            <a:ln cap="flat" cmpd="sng" w="9525">
              <a:solidFill>
                <a:schemeClr val="accent6"/>
              </a:solidFill>
              <a:prstDash val="solid"/>
              <a:round/>
              <a:headEnd len="med" w="med" type="none"/>
              <a:tailEnd len="med" w="med" type="none"/>
            </a:ln>
          </p:spPr>
        </p:cxnSp>
      </p:grpSp>
      <p:sp>
        <p:nvSpPr>
          <p:cNvPr id="402" name="Google Shape;402;p4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03" name="Google Shape;403;p4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4" name="Google Shape;404;p44"/>
          <p:cNvSpPr txBox="1"/>
          <p:nvPr>
            <p:ph idx="2"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CUSTOM_8_1">
    <p:bg>
      <p:bgPr>
        <a:solidFill>
          <a:schemeClr val="accent2"/>
        </a:solidFill>
      </p:bgPr>
    </p:bg>
    <p:spTree>
      <p:nvGrpSpPr>
        <p:cNvPr id="405" name="Shape 405"/>
        <p:cNvGrpSpPr/>
        <p:nvPr/>
      </p:nvGrpSpPr>
      <p:grpSpPr>
        <a:xfrm>
          <a:off x="0" y="0"/>
          <a:ext cx="0" cy="0"/>
          <a:chOff x="0" y="0"/>
          <a:chExt cx="0" cy="0"/>
        </a:xfrm>
      </p:grpSpPr>
      <p:sp>
        <p:nvSpPr>
          <p:cNvPr id="406" name="Google Shape;406;p45"/>
          <p:cNvSpPr/>
          <p:nvPr/>
        </p:nvSpPr>
        <p:spPr>
          <a:xfrm>
            <a:off x="50" y="-300"/>
            <a:ext cx="6708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07" name="Google Shape;407;p45"/>
          <p:cNvSpPr txBox="1"/>
          <p:nvPr>
            <p:ph type="title"/>
          </p:nvPr>
        </p:nvSpPr>
        <p:spPr>
          <a:xfrm>
            <a:off x="451472" y="2024100"/>
            <a:ext cx="4163100" cy="1372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4200">
                <a:solidFill>
                  <a:schemeClr val="dk1"/>
                </a:solidFill>
              </a:defRPr>
            </a:lvl2pPr>
            <a:lvl3pPr lvl="2">
              <a:lnSpc>
                <a:spcPct val="90000"/>
              </a:lnSpc>
              <a:spcBef>
                <a:spcPts val="0"/>
              </a:spcBef>
              <a:spcAft>
                <a:spcPts val="0"/>
              </a:spcAft>
              <a:buNone/>
              <a:defRPr sz="4200">
                <a:solidFill>
                  <a:schemeClr val="dk1"/>
                </a:solidFill>
              </a:defRPr>
            </a:lvl3pPr>
            <a:lvl4pPr lvl="3">
              <a:lnSpc>
                <a:spcPct val="90000"/>
              </a:lnSpc>
              <a:spcBef>
                <a:spcPts val="0"/>
              </a:spcBef>
              <a:spcAft>
                <a:spcPts val="0"/>
              </a:spcAft>
              <a:buNone/>
              <a:defRPr sz="4200">
                <a:solidFill>
                  <a:schemeClr val="dk1"/>
                </a:solidFill>
              </a:defRPr>
            </a:lvl4pPr>
            <a:lvl5pPr lvl="4">
              <a:lnSpc>
                <a:spcPct val="90000"/>
              </a:lnSpc>
              <a:spcBef>
                <a:spcPts val="0"/>
              </a:spcBef>
              <a:spcAft>
                <a:spcPts val="0"/>
              </a:spcAft>
              <a:buNone/>
              <a:defRPr sz="4200">
                <a:solidFill>
                  <a:schemeClr val="dk1"/>
                </a:solidFill>
              </a:defRPr>
            </a:lvl5pPr>
            <a:lvl6pPr lvl="5">
              <a:lnSpc>
                <a:spcPct val="90000"/>
              </a:lnSpc>
              <a:spcBef>
                <a:spcPts val="0"/>
              </a:spcBef>
              <a:spcAft>
                <a:spcPts val="0"/>
              </a:spcAft>
              <a:buNone/>
              <a:defRPr sz="4200">
                <a:solidFill>
                  <a:schemeClr val="dk1"/>
                </a:solidFill>
              </a:defRPr>
            </a:lvl6pPr>
            <a:lvl7pPr lvl="6">
              <a:lnSpc>
                <a:spcPct val="90000"/>
              </a:lnSpc>
              <a:spcBef>
                <a:spcPts val="0"/>
              </a:spcBef>
              <a:spcAft>
                <a:spcPts val="0"/>
              </a:spcAft>
              <a:buNone/>
              <a:defRPr sz="4200">
                <a:solidFill>
                  <a:schemeClr val="dk1"/>
                </a:solidFill>
              </a:defRPr>
            </a:lvl7pPr>
            <a:lvl8pPr lvl="7">
              <a:lnSpc>
                <a:spcPct val="90000"/>
              </a:lnSpc>
              <a:spcBef>
                <a:spcPts val="0"/>
              </a:spcBef>
              <a:spcAft>
                <a:spcPts val="0"/>
              </a:spcAft>
              <a:buNone/>
              <a:defRPr sz="4200">
                <a:solidFill>
                  <a:schemeClr val="dk1"/>
                </a:solidFill>
              </a:defRPr>
            </a:lvl8pPr>
            <a:lvl9pPr lvl="8">
              <a:lnSpc>
                <a:spcPct val="90000"/>
              </a:lnSpc>
              <a:spcBef>
                <a:spcPts val="0"/>
              </a:spcBef>
              <a:spcAft>
                <a:spcPts val="0"/>
              </a:spcAft>
              <a:buNone/>
              <a:defRPr sz="4200">
                <a:solidFill>
                  <a:schemeClr val="dk1"/>
                </a:solidFill>
              </a:defRPr>
            </a:lvl9pPr>
          </a:lstStyle>
          <a:p/>
        </p:txBody>
      </p:sp>
      <p:sp>
        <p:nvSpPr>
          <p:cNvPr id="408" name="Google Shape;408;p45"/>
          <p:cNvSpPr txBox="1"/>
          <p:nvPr>
            <p:ph idx="1" type="subTitle"/>
          </p:nvPr>
        </p:nvSpPr>
        <p:spPr>
          <a:xfrm>
            <a:off x="451475" y="3776250"/>
            <a:ext cx="4163100" cy="426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09" name="Shape 409"/>
        <p:cNvGrpSpPr/>
        <p:nvPr/>
      </p:nvGrpSpPr>
      <p:grpSpPr>
        <a:xfrm>
          <a:off x="0" y="0"/>
          <a:ext cx="0" cy="0"/>
          <a:chOff x="0" y="0"/>
          <a:chExt cx="0" cy="0"/>
        </a:xfrm>
      </p:grpSpPr>
      <p:sp>
        <p:nvSpPr>
          <p:cNvPr id="410" name="Google Shape;410;p4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11" name="Google Shape;411;p4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12" name="Shape 412"/>
        <p:cNvGrpSpPr/>
        <p:nvPr/>
      </p:nvGrpSpPr>
      <p:grpSpPr>
        <a:xfrm>
          <a:off x="0" y="0"/>
          <a:ext cx="0" cy="0"/>
          <a:chOff x="0" y="0"/>
          <a:chExt cx="0" cy="0"/>
        </a:xfrm>
      </p:grpSpPr>
      <p:sp>
        <p:nvSpPr>
          <p:cNvPr id="413" name="Google Shape;413;p4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14" name="Shape 414"/>
        <p:cNvGrpSpPr/>
        <p:nvPr/>
      </p:nvGrpSpPr>
      <p:grpSpPr>
        <a:xfrm>
          <a:off x="0" y="0"/>
          <a:ext cx="0" cy="0"/>
          <a:chOff x="0" y="0"/>
          <a:chExt cx="0" cy="0"/>
        </a:xfrm>
      </p:grpSpPr>
      <p:sp>
        <p:nvSpPr>
          <p:cNvPr id="415" name="Google Shape;415;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6" name="Google Shape;416;p4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17" name="Shape 417"/>
        <p:cNvGrpSpPr/>
        <p:nvPr/>
      </p:nvGrpSpPr>
      <p:grpSpPr>
        <a:xfrm>
          <a:off x="0" y="0"/>
          <a:ext cx="0" cy="0"/>
          <a:chOff x="0" y="0"/>
          <a:chExt cx="0" cy="0"/>
        </a:xfrm>
      </p:grpSpPr>
      <p:sp>
        <p:nvSpPr>
          <p:cNvPr id="418" name="Google Shape;418;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9" name="Google Shape;419;p4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0" name="Google Shape;420;p49"/>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21" name="Shape 421"/>
        <p:cNvGrpSpPr/>
        <p:nvPr/>
      </p:nvGrpSpPr>
      <p:grpSpPr>
        <a:xfrm>
          <a:off x="0" y="0"/>
          <a:ext cx="0" cy="0"/>
          <a:chOff x="0" y="0"/>
          <a:chExt cx="0" cy="0"/>
        </a:xfrm>
      </p:grpSpPr>
      <p:sp>
        <p:nvSpPr>
          <p:cNvPr id="422" name="Google Shape;422;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23" name="Shape 423"/>
        <p:cNvGrpSpPr/>
        <p:nvPr/>
      </p:nvGrpSpPr>
      <p:grpSpPr>
        <a:xfrm>
          <a:off x="0" y="0"/>
          <a:ext cx="0" cy="0"/>
          <a:chOff x="0" y="0"/>
          <a:chExt cx="0" cy="0"/>
        </a:xfrm>
      </p:grpSpPr>
      <p:sp>
        <p:nvSpPr>
          <p:cNvPr id="424" name="Google Shape;424;p5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5" name="Google Shape;425;p5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26" name="Shape 426"/>
        <p:cNvGrpSpPr/>
        <p:nvPr/>
      </p:nvGrpSpPr>
      <p:grpSpPr>
        <a:xfrm>
          <a:off x="0" y="0"/>
          <a:ext cx="0" cy="0"/>
          <a:chOff x="0" y="0"/>
          <a:chExt cx="0" cy="0"/>
        </a:xfrm>
      </p:grpSpPr>
      <p:sp>
        <p:nvSpPr>
          <p:cNvPr id="427" name="Google Shape;427;p5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28" name="Shape 428"/>
        <p:cNvGrpSpPr/>
        <p:nvPr/>
      </p:nvGrpSpPr>
      <p:grpSpPr>
        <a:xfrm>
          <a:off x="0" y="0"/>
          <a:ext cx="0" cy="0"/>
          <a:chOff x="0" y="0"/>
          <a:chExt cx="0" cy="0"/>
        </a:xfrm>
      </p:grpSpPr>
      <p:sp>
        <p:nvSpPr>
          <p:cNvPr id="429" name="Google Shape;429;p5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0" name="Google Shape;430;p5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31" name="Google Shape;431;p5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32" name="Shape 432"/>
        <p:cNvGrpSpPr/>
        <p:nvPr/>
      </p:nvGrpSpPr>
      <p:grpSpPr>
        <a:xfrm>
          <a:off x="0" y="0"/>
          <a:ext cx="0" cy="0"/>
          <a:chOff x="0" y="0"/>
          <a:chExt cx="0" cy="0"/>
        </a:xfrm>
      </p:grpSpPr>
      <p:sp>
        <p:nvSpPr>
          <p:cNvPr id="433" name="Google Shape;433;p5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34" name="Shape 434"/>
        <p:cNvGrpSpPr/>
        <p:nvPr/>
      </p:nvGrpSpPr>
      <p:grpSpPr>
        <a:xfrm>
          <a:off x="0" y="0"/>
          <a:ext cx="0" cy="0"/>
          <a:chOff x="0" y="0"/>
          <a:chExt cx="0" cy="0"/>
        </a:xfrm>
      </p:grpSpPr>
      <p:sp>
        <p:nvSpPr>
          <p:cNvPr id="435" name="Google Shape;435;p5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36" name="Google Shape;436;p5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37" name="Shape 437"/>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38" name="Shape 438"/>
        <p:cNvGrpSpPr/>
        <p:nvPr/>
      </p:nvGrpSpPr>
      <p:grpSpPr>
        <a:xfrm>
          <a:off x="0" y="0"/>
          <a:ext cx="0" cy="0"/>
          <a:chOff x="0" y="0"/>
          <a:chExt cx="0" cy="0"/>
        </a:xfrm>
      </p:grpSpPr>
      <p:sp>
        <p:nvSpPr>
          <p:cNvPr id="439" name="Google Shape;439;p57"/>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0" name="Google Shape;440;p5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5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2" name="Google Shape;442;p5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3" name="Google Shape;443;p5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4" name="Google Shape;444;p5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5" name="Google Shape;445;p5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46" name="Shape 446"/>
        <p:cNvGrpSpPr/>
        <p:nvPr/>
      </p:nvGrpSpPr>
      <p:grpSpPr>
        <a:xfrm>
          <a:off x="0" y="0"/>
          <a:ext cx="0" cy="0"/>
          <a:chOff x="0" y="0"/>
          <a:chExt cx="0" cy="0"/>
        </a:xfrm>
      </p:grpSpPr>
      <p:sp>
        <p:nvSpPr>
          <p:cNvPr id="447" name="Google Shape;447;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8" name="Google Shape;448;p58"/>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9" name="Google Shape;449;p5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50" name="Shape 450"/>
        <p:cNvGrpSpPr/>
        <p:nvPr/>
      </p:nvGrpSpPr>
      <p:grpSpPr>
        <a:xfrm>
          <a:off x="0" y="0"/>
          <a:ext cx="0" cy="0"/>
          <a:chOff x="0" y="0"/>
          <a:chExt cx="0" cy="0"/>
        </a:xfrm>
      </p:grpSpPr>
      <p:sp>
        <p:nvSpPr>
          <p:cNvPr id="451" name="Google Shape;451;p5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2" name="Google Shape;452;p59"/>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3" name="Google Shape;453;p5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4" name="Google Shape;454;p5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5" name="Google Shape;455;p5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56" name="Shape 456"/>
        <p:cNvGrpSpPr/>
        <p:nvPr/>
      </p:nvGrpSpPr>
      <p:grpSpPr>
        <a:xfrm>
          <a:off x="0" y="0"/>
          <a:ext cx="0" cy="0"/>
          <a:chOff x="0" y="0"/>
          <a:chExt cx="0" cy="0"/>
        </a:xfrm>
      </p:grpSpPr>
      <p:sp>
        <p:nvSpPr>
          <p:cNvPr id="457" name="Google Shape;457;p60"/>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8" name="Google Shape;458;p6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9" name="Google Shape;459;p6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60" name="Google Shape;460;p6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1" name="Google Shape;461;p6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2" name="Google Shape;462;p6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3" name="Google Shape;463;p6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64" name="Shape 464"/>
        <p:cNvGrpSpPr/>
        <p:nvPr/>
      </p:nvGrpSpPr>
      <p:grpSpPr>
        <a:xfrm>
          <a:off x="0" y="0"/>
          <a:ext cx="0" cy="0"/>
          <a:chOff x="0" y="0"/>
          <a:chExt cx="0" cy="0"/>
        </a:xfrm>
      </p:grpSpPr>
      <p:sp>
        <p:nvSpPr>
          <p:cNvPr id="465" name="Google Shape;465;p61"/>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66" name="Google Shape;466;p6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7" name="Google Shape;467;p6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8" name="Google Shape;468;p6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9" name="Google Shape;469;p61"/>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70" name="Google Shape;470;p6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1" name="Google Shape;471;p6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2" name="Google Shape;472;p6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3" name="Google Shape;473;p6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74" name="Shape 474"/>
        <p:cNvGrpSpPr/>
        <p:nvPr/>
      </p:nvGrpSpPr>
      <p:grpSpPr>
        <a:xfrm>
          <a:off x="0" y="0"/>
          <a:ext cx="0" cy="0"/>
          <a:chOff x="0" y="0"/>
          <a:chExt cx="0" cy="0"/>
        </a:xfrm>
      </p:grpSpPr>
      <p:sp>
        <p:nvSpPr>
          <p:cNvPr id="475" name="Google Shape;475;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6" name="Google Shape;476;p6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77" name="Shape 477"/>
        <p:cNvGrpSpPr/>
        <p:nvPr/>
      </p:nvGrpSpPr>
      <p:grpSpPr>
        <a:xfrm>
          <a:off x="0" y="0"/>
          <a:ext cx="0" cy="0"/>
          <a:chOff x="0" y="0"/>
          <a:chExt cx="0" cy="0"/>
        </a:xfrm>
      </p:grpSpPr>
      <p:sp>
        <p:nvSpPr>
          <p:cNvPr id="478" name="Google Shape;478;p63"/>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79" name="Google Shape;479;p63"/>
          <p:cNvSpPr/>
          <p:nvPr>
            <p:ph idx="2" type="pic"/>
          </p:nvPr>
        </p:nvSpPr>
        <p:spPr>
          <a:xfrm>
            <a:off x="4804825" y="1133300"/>
            <a:ext cx="4027500" cy="2392800"/>
          </a:xfrm>
          <a:prstGeom prst="rect">
            <a:avLst/>
          </a:prstGeom>
          <a:noFill/>
          <a:ln>
            <a:noFill/>
          </a:ln>
        </p:spPr>
      </p:sp>
      <p:sp>
        <p:nvSpPr>
          <p:cNvPr id="480" name="Google Shape;480;p63"/>
          <p:cNvSpPr/>
          <p:nvPr>
            <p:ph idx="3" type="pic"/>
          </p:nvPr>
        </p:nvSpPr>
        <p:spPr>
          <a:xfrm>
            <a:off x="311725" y="1133300"/>
            <a:ext cx="4027500" cy="2392800"/>
          </a:xfrm>
          <a:prstGeom prst="rect">
            <a:avLst/>
          </a:prstGeom>
          <a:noFill/>
          <a:ln>
            <a:noFill/>
          </a:ln>
        </p:spPr>
      </p:sp>
      <p:sp>
        <p:nvSpPr>
          <p:cNvPr id="481" name="Google Shape;481;p6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2" name="Google Shape;482;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3" name="Google Shape;483;p6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84" name="Google Shape;484;p6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85" name="Shape 485"/>
        <p:cNvGrpSpPr/>
        <p:nvPr/>
      </p:nvGrpSpPr>
      <p:grpSpPr>
        <a:xfrm>
          <a:off x="0" y="0"/>
          <a:ext cx="0" cy="0"/>
          <a:chOff x="0" y="0"/>
          <a:chExt cx="0" cy="0"/>
        </a:xfrm>
      </p:grpSpPr>
      <p:sp>
        <p:nvSpPr>
          <p:cNvPr id="486" name="Google Shape;486;p64"/>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87" name="Google Shape;487;p64"/>
          <p:cNvSpPr/>
          <p:nvPr>
            <p:ph idx="2" type="pic"/>
          </p:nvPr>
        </p:nvSpPr>
        <p:spPr>
          <a:xfrm>
            <a:off x="6205225" y="1128325"/>
            <a:ext cx="2627100" cy="2273100"/>
          </a:xfrm>
          <a:prstGeom prst="rect">
            <a:avLst/>
          </a:prstGeom>
          <a:noFill/>
          <a:ln>
            <a:noFill/>
          </a:ln>
        </p:spPr>
      </p:sp>
      <p:sp>
        <p:nvSpPr>
          <p:cNvPr id="488" name="Google Shape;488;p64"/>
          <p:cNvSpPr/>
          <p:nvPr>
            <p:ph idx="3" type="pic"/>
          </p:nvPr>
        </p:nvSpPr>
        <p:spPr>
          <a:xfrm>
            <a:off x="311725" y="1128325"/>
            <a:ext cx="2627100" cy="2273100"/>
          </a:xfrm>
          <a:prstGeom prst="rect">
            <a:avLst/>
          </a:prstGeom>
          <a:noFill/>
          <a:ln>
            <a:noFill/>
          </a:ln>
        </p:spPr>
      </p:sp>
      <p:sp>
        <p:nvSpPr>
          <p:cNvPr id="489" name="Google Shape;489;p6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0" name="Google Shape;490;p64"/>
          <p:cNvSpPr/>
          <p:nvPr>
            <p:ph idx="5" type="pic"/>
          </p:nvPr>
        </p:nvSpPr>
        <p:spPr>
          <a:xfrm>
            <a:off x="3255250" y="1128325"/>
            <a:ext cx="2627100" cy="2273100"/>
          </a:xfrm>
          <a:prstGeom prst="rect">
            <a:avLst/>
          </a:prstGeom>
          <a:noFill/>
          <a:ln>
            <a:noFill/>
          </a:ln>
        </p:spPr>
      </p:sp>
      <p:sp>
        <p:nvSpPr>
          <p:cNvPr id="491" name="Google Shape;491;p6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2" name="Google Shape;492;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3" name="Google Shape;493;p6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94" name="Google Shape;494;p6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95" name="Google Shape;495;p6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96" name="Shape 496"/>
        <p:cNvGrpSpPr/>
        <p:nvPr/>
      </p:nvGrpSpPr>
      <p:grpSpPr>
        <a:xfrm>
          <a:off x="0" y="0"/>
          <a:ext cx="0" cy="0"/>
          <a:chOff x="0" y="0"/>
          <a:chExt cx="0" cy="0"/>
        </a:xfrm>
      </p:grpSpPr>
      <p:sp>
        <p:nvSpPr>
          <p:cNvPr id="497" name="Google Shape;497;p6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98" name="Shape 498"/>
        <p:cNvGrpSpPr/>
        <p:nvPr/>
      </p:nvGrpSpPr>
      <p:grpSpPr>
        <a:xfrm>
          <a:off x="0" y="0"/>
          <a:ext cx="0" cy="0"/>
          <a:chOff x="0" y="0"/>
          <a:chExt cx="0" cy="0"/>
        </a:xfrm>
      </p:grpSpPr>
      <p:sp>
        <p:nvSpPr>
          <p:cNvPr id="499" name="Google Shape;499;p66"/>
          <p:cNvSpPr/>
          <p:nvPr>
            <p:ph idx="2" type="pic"/>
          </p:nvPr>
        </p:nvSpPr>
        <p:spPr>
          <a:xfrm>
            <a:off x="3389600" y="118913"/>
            <a:ext cx="1643700" cy="1535100"/>
          </a:xfrm>
          <a:prstGeom prst="rect">
            <a:avLst/>
          </a:prstGeom>
          <a:noFill/>
          <a:ln>
            <a:noFill/>
          </a:ln>
        </p:spPr>
      </p:sp>
      <p:sp>
        <p:nvSpPr>
          <p:cNvPr id="500" name="Google Shape;500;p66"/>
          <p:cNvSpPr/>
          <p:nvPr>
            <p:ph idx="3" type="pic"/>
          </p:nvPr>
        </p:nvSpPr>
        <p:spPr>
          <a:xfrm>
            <a:off x="5195935" y="118913"/>
            <a:ext cx="1643700" cy="1535100"/>
          </a:xfrm>
          <a:prstGeom prst="rect">
            <a:avLst/>
          </a:prstGeom>
          <a:noFill/>
          <a:ln>
            <a:noFill/>
          </a:ln>
        </p:spPr>
      </p:sp>
      <p:sp>
        <p:nvSpPr>
          <p:cNvPr id="501" name="Google Shape;501;p66"/>
          <p:cNvSpPr/>
          <p:nvPr>
            <p:ph idx="4" type="pic"/>
          </p:nvPr>
        </p:nvSpPr>
        <p:spPr>
          <a:xfrm>
            <a:off x="7002270" y="118913"/>
            <a:ext cx="1643700" cy="1535100"/>
          </a:xfrm>
          <a:prstGeom prst="rect">
            <a:avLst/>
          </a:prstGeom>
          <a:noFill/>
          <a:ln>
            <a:noFill/>
          </a:ln>
        </p:spPr>
      </p:sp>
      <p:sp>
        <p:nvSpPr>
          <p:cNvPr id="502" name="Google Shape;502;p66"/>
          <p:cNvSpPr/>
          <p:nvPr>
            <p:ph idx="5" type="pic"/>
          </p:nvPr>
        </p:nvSpPr>
        <p:spPr>
          <a:xfrm>
            <a:off x="3389588" y="1804212"/>
            <a:ext cx="1643700" cy="1535100"/>
          </a:xfrm>
          <a:prstGeom prst="rect">
            <a:avLst/>
          </a:prstGeom>
          <a:noFill/>
          <a:ln>
            <a:noFill/>
          </a:ln>
        </p:spPr>
      </p:sp>
      <p:sp>
        <p:nvSpPr>
          <p:cNvPr id="503" name="Google Shape;503;p66"/>
          <p:cNvSpPr/>
          <p:nvPr>
            <p:ph idx="6" type="pic"/>
          </p:nvPr>
        </p:nvSpPr>
        <p:spPr>
          <a:xfrm>
            <a:off x="5195922" y="1804212"/>
            <a:ext cx="1643700" cy="1535100"/>
          </a:xfrm>
          <a:prstGeom prst="rect">
            <a:avLst/>
          </a:prstGeom>
          <a:noFill/>
          <a:ln>
            <a:noFill/>
          </a:ln>
        </p:spPr>
      </p:sp>
      <p:sp>
        <p:nvSpPr>
          <p:cNvPr id="504" name="Google Shape;504;p66"/>
          <p:cNvSpPr/>
          <p:nvPr>
            <p:ph idx="7" type="pic"/>
          </p:nvPr>
        </p:nvSpPr>
        <p:spPr>
          <a:xfrm>
            <a:off x="7002257" y="1804212"/>
            <a:ext cx="1643700" cy="1535100"/>
          </a:xfrm>
          <a:prstGeom prst="rect">
            <a:avLst/>
          </a:prstGeom>
          <a:noFill/>
          <a:ln>
            <a:noFill/>
          </a:ln>
        </p:spPr>
      </p:sp>
      <p:sp>
        <p:nvSpPr>
          <p:cNvPr id="505" name="Google Shape;505;p6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6" name="Google Shape;506;p66"/>
          <p:cNvSpPr/>
          <p:nvPr>
            <p:ph idx="8" type="pic"/>
          </p:nvPr>
        </p:nvSpPr>
        <p:spPr>
          <a:xfrm>
            <a:off x="3389588" y="3489487"/>
            <a:ext cx="1643700" cy="1535100"/>
          </a:xfrm>
          <a:prstGeom prst="rect">
            <a:avLst/>
          </a:prstGeom>
          <a:noFill/>
          <a:ln>
            <a:noFill/>
          </a:ln>
        </p:spPr>
      </p:sp>
      <p:sp>
        <p:nvSpPr>
          <p:cNvPr id="507" name="Google Shape;507;p66"/>
          <p:cNvSpPr/>
          <p:nvPr>
            <p:ph idx="9" type="pic"/>
          </p:nvPr>
        </p:nvSpPr>
        <p:spPr>
          <a:xfrm>
            <a:off x="5195922" y="3489487"/>
            <a:ext cx="1643700" cy="1535100"/>
          </a:xfrm>
          <a:prstGeom prst="rect">
            <a:avLst/>
          </a:prstGeom>
          <a:noFill/>
          <a:ln>
            <a:noFill/>
          </a:ln>
        </p:spPr>
      </p:sp>
      <p:sp>
        <p:nvSpPr>
          <p:cNvPr id="508" name="Google Shape;508;p6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3" Type="http://schemas.openxmlformats.org/officeDocument/2006/relationships/slideLayout" Target="../slideLayouts/slideLayout64.xml"/><Relationship Id="rId52" Type="http://schemas.openxmlformats.org/officeDocument/2006/relationships/slideLayout" Target="../slideLayouts/slideLayout6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54" Type="http://schemas.openxmlformats.org/officeDocument/2006/relationships/theme" Target="../theme/theme3.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361850" y="2004025"/>
            <a:ext cx="5627400" cy="25473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lnSpc>
                <a:spcPct val="115000"/>
              </a:lnSpc>
              <a:spcBef>
                <a:spcPts val="800"/>
              </a:spcBef>
              <a:spcAft>
                <a:spcPts val="80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
        <p:nvSpPr>
          <p:cNvPr id="52" name="Google Shape;52;p13"/>
          <p:cNvSpPr txBox="1"/>
          <p:nvPr>
            <p:ph type="title"/>
          </p:nvPr>
        </p:nvSpPr>
        <p:spPr>
          <a:xfrm>
            <a:off x="438150" y="524575"/>
            <a:ext cx="5433000" cy="90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Newsreader"/>
              <a:buNone/>
              <a:defRPr sz="3000">
                <a:solidFill>
                  <a:schemeClr val="lt1"/>
                </a:solidFill>
                <a:latin typeface="Newsreader"/>
                <a:ea typeface="Newsreader"/>
                <a:cs typeface="Newsreader"/>
                <a:sym typeface="Newsread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13"/>
          <p:cNvSpPr txBox="1"/>
          <p:nvPr>
            <p:ph idx="2" type="body"/>
          </p:nvPr>
        </p:nvSpPr>
        <p:spPr>
          <a:xfrm>
            <a:off x="4700200" y="1614100"/>
            <a:ext cx="3756600" cy="25473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 Id="rId3" Type="http://schemas.openxmlformats.org/officeDocument/2006/relationships/image" Target="../media/image1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p67" title="saltwater-disposal-well.jpg"/>
          <p:cNvPicPr preferRelativeResize="0"/>
          <p:nvPr/>
        </p:nvPicPr>
        <p:blipFill rotWithShape="1">
          <a:blip r:embed="rId3">
            <a:alphaModFix/>
          </a:blip>
          <a:srcRect b="0" l="23354" r="23360" t="0"/>
          <a:stretch/>
        </p:blipFill>
        <p:spPr>
          <a:xfrm>
            <a:off x="4587725" y="-8750"/>
            <a:ext cx="4572000" cy="5148074"/>
          </a:xfrm>
          <a:prstGeom prst="rect">
            <a:avLst/>
          </a:prstGeom>
          <a:noFill/>
          <a:ln>
            <a:noFill/>
          </a:ln>
        </p:spPr>
      </p:pic>
      <p:sp>
        <p:nvSpPr>
          <p:cNvPr id="514" name="Google Shape;514;p67"/>
          <p:cNvSpPr txBox="1"/>
          <p:nvPr>
            <p:ph type="title"/>
          </p:nvPr>
        </p:nvSpPr>
        <p:spPr>
          <a:xfrm>
            <a:off x="361975" y="1375913"/>
            <a:ext cx="3860100" cy="121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Two Birds, One Stonebridge</a:t>
            </a:r>
            <a:endParaRPr/>
          </a:p>
        </p:txBody>
      </p:sp>
      <p:sp>
        <p:nvSpPr>
          <p:cNvPr id="515" name="Google Shape;515;p67"/>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Stonebridge Group 2</a:t>
            </a:r>
            <a:endParaRPr/>
          </a:p>
          <a:p>
            <a:pPr indent="0" lvl="0" marL="0" rtl="0" algn="ctr">
              <a:spcBef>
                <a:spcPts val="0"/>
              </a:spcBef>
              <a:spcAft>
                <a:spcPts val="0"/>
              </a:spcAft>
              <a:buNone/>
            </a:pPr>
            <a:r>
              <a:rPr lang="en"/>
              <a:t>December 7, 2025</a:t>
            </a:r>
            <a:endParaRPr/>
          </a:p>
        </p:txBody>
      </p:sp>
      <p:sp>
        <p:nvSpPr>
          <p:cNvPr id="516" name="Google Shape;516;p67"/>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200"/>
              <a:t>Our findings on the </a:t>
            </a:r>
            <a:r>
              <a:rPr lang="en" sz="1200"/>
              <a:t>impact</a:t>
            </a:r>
            <a:r>
              <a:rPr lang="en" sz="1200"/>
              <a:t> of saltwater injection wells on nearby production wells</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8"/>
          <p:cNvSpPr/>
          <p:nvPr/>
        </p:nvSpPr>
        <p:spPr>
          <a:xfrm>
            <a:off x="50" y="1804397"/>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522" name="Google Shape;522;p68"/>
          <p:cNvSpPr/>
          <p:nvPr/>
        </p:nvSpPr>
        <p:spPr>
          <a:xfrm>
            <a:off x="3048087" y="1804397"/>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523" name="Google Shape;523;p68"/>
          <p:cNvSpPr/>
          <p:nvPr/>
        </p:nvSpPr>
        <p:spPr>
          <a:xfrm>
            <a:off x="6096124" y="1804397"/>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524" name="Google Shape;524;p68"/>
          <p:cNvSpPr/>
          <p:nvPr/>
        </p:nvSpPr>
        <p:spPr>
          <a:xfrm>
            <a:off x="50" y="3174279"/>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525" name="Google Shape;525;p68"/>
          <p:cNvSpPr/>
          <p:nvPr/>
        </p:nvSpPr>
        <p:spPr>
          <a:xfrm>
            <a:off x="3048087" y="3174279"/>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526" name="Google Shape;526;p68"/>
          <p:cNvSpPr/>
          <p:nvPr/>
        </p:nvSpPr>
        <p:spPr>
          <a:xfrm>
            <a:off x="6096124" y="3174279"/>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527" name="Google Shape;527;p68"/>
          <p:cNvSpPr txBox="1"/>
          <p:nvPr>
            <p:ph idx="1" type="subTitle"/>
          </p:nvPr>
        </p:nvSpPr>
        <p:spPr>
          <a:xfrm>
            <a:off x="363200" y="2516650"/>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Background &amp; Context</a:t>
            </a:r>
            <a:endParaRPr/>
          </a:p>
        </p:txBody>
      </p:sp>
      <p:sp>
        <p:nvSpPr>
          <p:cNvPr id="528" name="Google Shape;528;p68"/>
          <p:cNvSpPr txBox="1"/>
          <p:nvPr>
            <p:ph idx="2" type="subTitle"/>
          </p:nvPr>
        </p:nvSpPr>
        <p:spPr>
          <a:xfrm>
            <a:off x="361975" y="2227250"/>
            <a:ext cx="2321700" cy="21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1</a:t>
            </a:r>
            <a:endParaRPr/>
          </a:p>
        </p:txBody>
      </p:sp>
      <p:sp>
        <p:nvSpPr>
          <p:cNvPr id="529" name="Google Shape;529;p68"/>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0" name="Google Shape;530;p68"/>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p:txBody>
      </p:sp>
      <p:sp>
        <p:nvSpPr>
          <p:cNvPr id="531" name="Google Shape;531;p68"/>
          <p:cNvSpPr txBox="1"/>
          <p:nvPr>
            <p:ph type="title"/>
          </p:nvPr>
        </p:nvSpPr>
        <p:spPr>
          <a:xfrm>
            <a:off x="361975" y="962092"/>
            <a:ext cx="57186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Agenda</a:t>
            </a:r>
            <a:endParaRPr/>
          </a:p>
        </p:txBody>
      </p:sp>
      <p:sp>
        <p:nvSpPr>
          <p:cNvPr id="532" name="Google Shape;532;p68"/>
          <p:cNvSpPr txBox="1"/>
          <p:nvPr>
            <p:ph idx="4" type="subTitle"/>
          </p:nvPr>
        </p:nvSpPr>
        <p:spPr>
          <a:xfrm>
            <a:off x="3411825" y="2516650"/>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Overview &amp; Goals</a:t>
            </a:r>
            <a:endParaRPr/>
          </a:p>
        </p:txBody>
      </p:sp>
      <p:sp>
        <p:nvSpPr>
          <p:cNvPr id="533" name="Google Shape;533;p68"/>
          <p:cNvSpPr txBox="1"/>
          <p:nvPr>
            <p:ph idx="5" type="subTitle"/>
          </p:nvPr>
        </p:nvSpPr>
        <p:spPr>
          <a:xfrm>
            <a:off x="3410600" y="2227250"/>
            <a:ext cx="2321700" cy="21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2</a:t>
            </a:r>
            <a:endParaRPr/>
          </a:p>
        </p:txBody>
      </p:sp>
      <p:sp>
        <p:nvSpPr>
          <p:cNvPr id="534" name="Google Shape;534;p68"/>
          <p:cNvSpPr txBox="1"/>
          <p:nvPr>
            <p:ph idx="6" type="subTitle"/>
          </p:nvPr>
        </p:nvSpPr>
        <p:spPr>
          <a:xfrm>
            <a:off x="6460475" y="2516650"/>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Methods</a:t>
            </a:r>
            <a:endParaRPr/>
          </a:p>
        </p:txBody>
      </p:sp>
      <p:sp>
        <p:nvSpPr>
          <p:cNvPr id="535" name="Google Shape;535;p68"/>
          <p:cNvSpPr txBox="1"/>
          <p:nvPr>
            <p:ph idx="7" type="subTitle"/>
          </p:nvPr>
        </p:nvSpPr>
        <p:spPr>
          <a:xfrm>
            <a:off x="6459250" y="2227250"/>
            <a:ext cx="2321700" cy="21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3</a:t>
            </a:r>
            <a:endParaRPr/>
          </a:p>
        </p:txBody>
      </p:sp>
      <p:sp>
        <p:nvSpPr>
          <p:cNvPr id="536" name="Google Shape;536;p68"/>
          <p:cNvSpPr txBox="1"/>
          <p:nvPr>
            <p:ph idx="8" type="subTitle"/>
          </p:nvPr>
        </p:nvSpPr>
        <p:spPr>
          <a:xfrm>
            <a:off x="363200" y="3864775"/>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Findings</a:t>
            </a:r>
            <a:endParaRPr/>
          </a:p>
        </p:txBody>
      </p:sp>
      <p:sp>
        <p:nvSpPr>
          <p:cNvPr id="537" name="Google Shape;537;p68"/>
          <p:cNvSpPr txBox="1"/>
          <p:nvPr>
            <p:ph idx="9" type="subTitle"/>
          </p:nvPr>
        </p:nvSpPr>
        <p:spPr>
          <a:xfrm>
            <a:off x="361975" y="3575375"/>
            <a:ext cx="2321700" cy="21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4</a:t>
            </a:r>
            <a:endParaRPr/>
          </a:p>
        </p:txBody>
      </p:sp>
      <p:sp>
        <p:nvSpPr>
          <p:cNvPr id="538" name="Google Shape;538;p68"/>
          <p:cNvSpPr txBox="1"/>
          <p:nvPr>
            <p:ph idx="13" type="subTitle"/>
          </p:nvPr>
        </p:nvSpPr>
        <p:spPr>
          <a:xfrm>
            <a:off x="3411825" y="3864775"/>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Recommendations</a:t>
            </a:r>
            <a:endParaRPr/>
          </a:p>
        </p:txBody>
      </p:sp>
      <p:sp>
        <p:nvSpPr>
          <p:cNvPr id="539" name="Google Shape;539;p68"/>
          <p:cNvSpPr txBox="1"/>
          <p:nvPr>
            <p:ph idx="14" type="subTitle"/>
          </p:nvPr>
        </p:nvSpPr>
        <p:spPr>
          <a:xfrm>
            <a:off x="3410600" y="3575375"/>
            <a:ext cx="2321700" cy="21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5</a:t>
            </a:r>
            <a:endParaRPr/>
          </a:p>
        </p:txBody>
      </p:sp>
      <p:sp>
        <p:nvSpPr>
          <p:cNvPr id="540" name="Google Shape;540;p68"/>
          <p:cNvSpPr txBox="1"/>
          <p:nvPr>
            <p:ph idx="15" type="subTitle"/>
          </p:nvPr>
        </p:nvSpPr>
        <p:spPr>
          <a:xfrm>
            <a:off x="6460475" y="3864775"/>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Limitations &amp; Next Steps</a:t>
            </a:r>
            <a:endParaRPr/>
          </a:p>
        </p:txBody>
      </p:sp>
      <p:sp>
        <p:nvSpPr>
          <p:cNvPr id="541" name="Google Shape;541;p68"/>
          <p:cNvSpPr txBox="1"/>
          <p:nvPr>
            <p:ph idx="16" type="subTitle"/>
          </p:nvPr>
        </p:nvSpPr>
        <p:spPr>
          <a:xfrm>
            <a:off x="6459250" y="3575375"/>
            <a:ext cx="2321700" cy="21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69"/>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7" name="Google Shape;547;p6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a:p>
            <a:pPr indent="0" lvl="0" marL="0" rtl="0" algn="l">
              <a:spcBef>
                <a:spcPts val="0"/>
              </a:spcBef>
              <a:spcAft>
                <a:spcPts val="0"/>
              </a:spcAft>
              <a:buNone/>
            </a:pPr>
            <a:r>
              <a:t/>
            </a:r>
            <a:endParaRPr/>
          </a:p>
        </p:txBody>
      </p:sp>
      <p:sp>
        <p:nvSpPr>
          <p:cNvPr id="548" name="Google Shape;548;p69"/>
          <p:cNvSpPr txBox="1"/>
          <p:nvPr>
            <p:ph type="title"/>
          </p:nvPr>
        </p:nvSpPr>
        <p:spPr>
          <a:xfrm>
            <a:off x="1761000" y="1155750"/>
            <a:ext cx="5622000" cy="2832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b="1" lang="en" sz="4200"/>
              <a:t>BACKGROUND &amp; CONTEXT</a:t>
            </a:r>
            <a:endParaRPr b="1" sz="4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70"/>
          <p:cNvSpPr txBox="1"/>
          <p:nvPr>
            <p:ph type="title"/>
          </p:nvPr>
        </p:nvSpPr>
        <p:spPr>
          <a:xfrm>
            <a:off x="384900" y="1291625"/>
            <a:ext cx="5356800" cy="1354500"/>
          </a:xfrm>
          <a:prstGeom prst="rect">
            <a:avLst/>
          </a:prstGeom>
        </p:spPr>
        <p:txBody>
          <a:bodyPr anchorCtr="0" anchor="t" bIns="0" lIns="0" spcFirstLastPara="1" rIns="0" wrap="square" tIns="0">
            <a:noAutofit/>
          </a:bodyPr>
          <a:lstStyle/>
          <a:p>
            <a:pPr indent="-406400" lvl="0" marL="457200" rtl="0" algn="l">
              <a:spcBef>
                <a:spcPts val="0"/>
              </a:spcBef>
              <a:spcAft>
                <a:spcPts val="0"/>
              </a:spcAft>
              <a:buSzPts val="2800"/>
              <a:buChar char="●"/>
            </a:pPr>
            <a:r>
              <a:rPr lang="en" sz="2400"/>
              <a:t>Horizontal hydraulic fracturing reshaped U.S. oil &amp; gas production</a:t>
            </a:r>
            <a:br>
              <a:rPr lang="en" sz="2400"/>
            </a:br>
            <a:endParaRPr sz="2400"/>
          </a:p>
          <a:p>
            <a:pPr indent="-406400" lvl="0" marL="457200" rtl="0" algn="l">
              <a:spcBef>
                <a:spcPts val="0"/>
              </a:spcBef>
              <a:spcAft>
                <a:spcPts val="0"/>
              </a:spcAft>
              <a:buSzPts val="2800"/>
              <a:buChar char="●"/>
            </a:pPr>
            <a:r>
              <a:rPr lang="en" sz="2400"/>
              <a:t>Ohio’s shale formations enabled rapid growth</a:t>
            </a:r>
            <a:br>
              <a:rPr lang="en" sz="2400"/>
            </a:br>
            <a:endParaRPr sz="2400"/>
          </a:p>
          <a:p>
            <a:pPr indent="-406400" lvl="0" marL="457200" rtl="0" algn="l">
              <a:spcBef>
                <a:spcPts val="0"/>
              </a:spcBef>
              <a:spcAft>
                <a:spcPts val="0"/>
              </a:spcAft>
              <a:buSzPts val="2800"/>
              <a:buChar char="●"/>
            </a:pPr>
            <a:r>
              <a:rPr lang="en" sz="2400"/>
              <a:t>Rising wastewater volumes created new management challenges</a:t>
            </a:r>
            <a:endParaRPr sz="2400"/>
          </a:p>
        </p:txBody>
      </p:sp>
      <p:sp>
        <p:nvSpPr>
          <p:cNvPr id="554" name="Google Shape;554;p70"/>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5" name="Google Shape;555;p70"/>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p:txBody>
      </p:sp>
      <p:pic>
        <p:nvPicPr>
          <p:cNvPr id="556" name="Google Shape;556;p70"/>
          <p:cNvPicPr preferRelativeResize="0"/>
          <p:nvPr/>
        </p:nvPicPr>
        <p:blipFill>
          <a:blip r:embed="rId3">
            <a:alphaModFix/>
          </a:blip>
          <a:stretch>
            <a:fillRect/>
          </a:stretch>
        </p:blipFill>
        <p:spPr>
          <a:xfrm>
            <a:off x="6303175" y="879600"/>
            <a:ext cx="2840825" cy="4263900"/>
          </a:xfrm>
          <a:prstGeom prst="rect">
            <a:avLst/>
          </a:prstGeom>
          <a:noFill/>
          <a:ln>
            <a:noFill/>
          </a:ln>
        </p:spPr>
      </p:pic>
      <p:sp>
        <p:nvSpPr>
          <p:cNvPr id="557" name="Google Shape;557;p70"/>
          <p:cNvSpPr txBox="1"/>
          <p:nvPr/>
        </p:nvSpPr>
        <p:spPr>
          <a:xfrm>
            <a:off x="361975" y="577388"/>
            <a:ext cx="4993500" cy="48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DM Sans"/>
                <a:ea typeface="DM Sans"/>
                <a:cs typeface="DM Sans"/>
                <a:sym typeface="DM Sans"/>
              </a:rPr>
              <a:t>Background</a:t>
            </a:r>
            <a:endParaRPr b="1" sz="2400">
              <a:solidFill>
                <a:schemeClr val="lt1"/>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1"/>
          <p:cNvSpPr txBox="1"/>
          <p:nvPr>
            <p:ph type="title"/>
          </p:nvPr>
        </p:nvSpPr>
        <p:spPr>
          <a:xfrm>
            <a:off x="384900" y="1311850"/>
            <a:ext cx="5356800" cy="1354500"/>
          </a:xfrm>
          <a:prstGeom prst="rect">
            <a:avLst/>
          </a:prstGeom>
        </p:spPr>
        <p:txBody>
          <a:bodyPr anchorCtr="0" anchor="t" bIns="0" lIns="0" spcFirstLastPara="1" rIns="0" wrap="square" tIns="0">
            <a:noAutofit/>
          </a:bodyPr>
          <a:lstStyle/>
          <a:p>
            <a:pPr indent="-406400" lvl="0" marL="457200" rtl="0" algn="l">
              <a:spcBef>
                <a:spcPts val="0"/>
              </a:spcBef>
              <a:spcAft>
                <a:spcPts val="0"/>
              </a:spcAft>
              <a:buSzPts val="2800"/>
              <a:buChar char="●"/>
            </a:pPr>
            <a:r>
              <a:rPr lang="en" sz="2400"/>
              <a:t>Fracturing shale releases oil, gas, and large volumes of wastewater</a:t>
            </a:r>
            <a:br>
              <a:rPr lang="en" sz="2400"/>
            </a:br>
            <a:endParaRPr sz="2400"/>
          </a:p>
          <a:p>
            <a:pPr indent="-406400" lvl="0" marL="457200" rtl="0" algn="l">
              <a:spcBef>
                <a:spcPts val="0"/>
              </a:spcBef>
              <a:spcAft>
                <a:spcPts val="0"/>
              </a:spcAft>
              <a:buSzPts val="2800"/>
              <a:buChar char="●"/>
            </a:pPr>
            <a:r>
              <a:rPr lang="en" sz="2400"/>
              <a:t>Wastewater contains brine, additives, and deep subsurface materials</a:t>
            </a:r>
            <a:br>
              <a:rPr lang="en" sz="2400"/>
            </a:br>
            <a:endParaRPr sz="2400"/>
          </a:p>
          <a:p>
            <a:pPr indent="-406400" lvl="0" marL="457200" rtl="0" algn="l">
              <a:spcBef>
                <a:spcPts val="0"/>
              </a:spcBef>
              <a:spcAft>
                <a:spcPts val="0"/>
              </a:spcAft>
              <a:buSzPts val="2800"/>
              <a:buChar char="●"/>
            </a:pPr>
            <a:r>
              <a:rPr lang="en" sz="2400"/>
              <a:t>Safe disposal is essential for resource and environmental protection</a:t>
            </a:r>
            <a:endParaRPr sz="2400"/>
          </a:p>
          <a:p>
            <a:pPr indent="0" lvl="0" marL="0" rtl="0" algn="l">
              <a:spcBef>
                <a:spcPts val="0"/>
              </a:spcBef>
              <a:spcAft>
                <a:spcPts val="0"/>
              </a:spcAft>
              <a:buNone/>
            </a:pPr>
            <a:r>
              <a:t/>
            </a:r>
            <a:endParaRPr sz="2400"/>
          </a:p>
        </p:txBody>
      </p:sp>
      <p:sp>
        <p:nvSpPr>
          <p:cNvPr id="563" name="Google Shape;563;p71"/>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4" name="Google Shape;564;p71"/>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p:txBody>
      </p:sp>
      <p:pic>
        <p:nvPicPr>
          <p:cNvPr id="565" name="Google Shape;565;p71"/>
          <p:cNvPicPr preferRelativeResize="0"/>
          <p:nvPr/>
        </p:nvPicPr>
        <p:blipFill>
          <a:blip r:embed="rId3">
            <a:alphaModFix/>
          </a:blip>
          <a:stretch>
            <a:fillRect/>
          </a:stretch>
        </p:blipFill>
        <p:spPr>
          <a:xfrm>
            <a:off x="6298318" y="1124250"/>
            <a:ext cx="2845681" cy="4019251"/>
          </a:xfrm>
          <a:prstGeom prst="rect">
            <a:avLst/>
          </a:prstGeom>
          <a:noFill/>
          <a:ln>
            <a:noFill/>
          </a:ln>
        </p:spPr>
      </p:pic>
      <p:sp>
        <p:nvSpPr>
          <p:cNvPr id="566" name="Google Shape;566;p71"/>
          <p:cNvSpPr txBox="1"/>
          <p:nvPr/>
        </p:nvSpPr>
        <p:spPr>
          <a:xfrm>
            <a:off x="361975" y="577388"/>
            <a:ext cx="4993500" cy="48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DM Sans"/>
                <a:ea typeface="DM Sans"/>
                <a:cs typeface="DM Sans"/>
                <a:sym typeface="DM Sans"/>
              </a:rPr>
              <a:t>Fracking &amp; Wastewater</a:t>
            </a:r>
            <a:endParaRPr b="1" sz="2400">
              <a:solidFill>
                <a:schemeClr val="lt1"/>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72"/>
          <p:cNvSpPr txBox="1"/>
          <p:nvPr>
            <p:ph type="title"/>
          </p:nvPr>
        </p:nvSpPr>
        <p:spPr>
          <a:xfrm>
            <a:off x="384900" y="1283000"/>
            <a:ext cx="5356800" cy="1354500"/>
          </a:xfrm>
          <a:prstGeom prst="rect">
            <a:avLst/>
          </a:prstGeom>
        </p:spPr>
        <p:txBody>
          <a:bodyPr anchorCtr="0" anchor="t" bIns="0" lIns="0" spcFirstLastPara="1" rIns="0" wrap="square" tIns="0">
            <a:noAutofit/>
          </a:bodyPr>
          <a:lstStyle/>
          <a:p>
            <a:pPr indent="-406400" lvl="0" marL="457200" rtl="0" algn="l">
              <a:spcBef>
                <a:spcPts val="0"/>
              </a:spcBef>
              <a:spcAft>
                <a:spcPts val="0"/>
              </a:spcAft>
              <a:buSzPts val="2800"/>
              <a:buChar char="●"/>
            </a:pPr>
            <a:r>
              <a:rPr lang="en" sz="2400"/>
              <a:t>Deep injection wells isolate wastewater from sensitive formations</a:t>
            </a:r>
            <a:br>
              <a:rPr lang="en" sz="2400"/>
            </a:br>
            <a:endParaRPr sz="2400"/>
          </a:p>
          <a:p>
            <a:pPr indent="-406400" lvl="0" marL="457200" rtl="0" algn="l">
              <a:spcBef>
                <a:spcPts val="0"/>
              </a:spcBef>
              <a:spcAft>
                <a:spcPts val="0"/>
              </a:spcAft>
              <a:buSzPts val="2800"/>
              <a:buChar char="●"/>
            </a:pPr>
            <a:r>
              <a:rPr lang="en" sz="2400"/>
              <a:t>However, underground pressure can shift</a:t>
            </a:r>
            <a:br>
              <a:rPr lang="en" sz="2400"/>
            </a:br>
            <a:endParaRPr sz="2400"/>
          </a:p>
          <a:p>
            <a:pPr indent="-406400" lvl="0" marL="457200" rtl="0" algn="l">
              <a:spcBef>
                <a:spcPts val="0"/>
              </a:spcBef>
              <a:spcAft>
                <a:spcPts val="0"/>
              </a:spcAft>
              <a:buSzPts val="2800"/>
              <a:buChar char="●"/>
            </a:pPr>
            <a:r>
              <a:rPr lang="en" sz="2400"/>
              <a:t>Pressure changes may influence nearby production wells</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p:txBody>
      </p:sp>
      <p:sp>
        <p:nvSpPr>
          <p:cNvPr id="572" name="Google Shape;572;p72"/>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3" name="Google Shape;573;p72"/>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p:txBody>
      </p:sp>
      <p:sp>
        <p:nvSpPr>
          <p:cNvPr id="574" name="Google Shape;574;p72"/>
          <p:cNvSpPr txBox="1"/>
          <p:nvPr/>
        </p:nvSpPr>
        <p:spPr>
          <a:xfrm>
            <a:off x="361975" y="577400"/>
            <a:ext cx="6346800" cy="48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DM Sans"/>
                <a:ea typeface="DM Sans"/>
                <a:cs typeface="DM Sans"/>
                <a:sym typeface="DM Sans"/>
              </a:rPr>
              <a:t>Injection Wells &amp; Why They Matter</a:t>
            </a:r>
            <a:endParaRPr b="1" sz="2400">
              <a:solidFill>
                <a:schemeClr val="lt1"/>
              </a:solidFill>
              <a:latin typeface="DM Sans"/>
              <a:ea typeface="DM Sans"/>
              <a:cs typeface="DM Sans"/>
              <a:sym typeface="DM Sans"/>
            </a:endParaRPr>
          </a:p>
        </p:txBody>
      </p:sp>
      <p:pic>
        <p:nvPicPr>
          <p:cNvPr id="575" name="Google Shape;575;p72"/>
          <p:cNvPicPr preferRelativeResize="0"/>
          <p:nvPr/>
        </p:nvPicPr>
        <p:blipFill>
          <a:blip r:embed="rId3">
            <a:alphaModFix/>
          </a:blip>
          <a:stretch>
            <a:fillRect/>
          </a:stretch>
        </p:blipFill>
        <p:spPr>
          <a:xfrm>
            <a:off x="6295942" y="1786550"/>
            <a:ext cx="2848059" cy="21360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73"/>
          <p:cNvSpPr txBox="1"/>
          <p:nvPr>
            <p:ph type="title"/>
          </p:nvPr>
        </p:nvSpPr>
        <p:spPr>
          <a:xfrm>
            <a:off x="384900" y="1412875"/>
            <a:ext cx="5356800" cy="1354500"/>
          </a:xfrm>
          <a:prstGeom prst="rect">
            <a:avLst/>
          </a:prstGeom>
        </p:spPr>
        <p:txBody>
          <a:bodyPr anchorCtr="0" anchor="t" bIns="0" lIns="0" spcFirstLastPara="1" rIns="0" wrap="square" tIns="0">
            <a:noAutofit/>
          </a:bodyPr>
          <a:lstStyle/>
          <a:p>
            <a:pPr indent="-406400" lvl="0" marL="457200" rtl="0" algn="l">
              <a:spcBef>
                <a:spcPts val="0"/>
              </a:spcBef>
              <a:spcAft>
                <a:spcPts val="0"/>
              </a:spcAft>
              <a:buSzPts val="2800"/>
              <a:buChar char="●"/>
            </a:pPr>
            <a:r>
              <a:rPr lang="en" sz="2400"/>
              <a:t>Investigate how injection activity relates to production changes</a:t>
            </a:r>
            <a:br>
              <a:rPr lang="en" sz="2400"/>
            </a:br>
            <a:endParaRPr sz="2400"/>
          </a:p>
          <a:p>
            <a:pPr indent="-406400" lvl="0" marL="457200" rtl="0" algn="l">
              <a:spcBef>
                <a:spcPts val="0"/>
              </a:spcBef>
              <a:spcAft>
                <a:spcPts val="0"/>
              </a:spcAft>
              <a:buSzPts val="2800"/>
              <a:buChar char="●"/>
            </a:pPr>
            <a:r>
              <a:rPr lang="en" sz="2400"/>
              <a:t>Examine distance-based effects</a:t>
            </a:r>
            <a:br>
              <a:rPr lang="en" sz="2400"/>
            </a:br>
            <a:endParaRPr sz="2400"/>
          </a:p>
          <a:p>
            <a:pPr indent="-406400" lvl="0" marL="457200" rtl="0" algn="l">
              <a:spcBef>
                <a:spcPts val="0"/>
              </a:spcBef>
              <a:spcAft>
                <a:spcPts val="0"/>
              </a:spcAft>
              <a:buSzPts val="2800"/>
              <a:buChar char="●"/>
            </a:pPr>
            <a:r>
              <a:rPr lang="en" sz="2400"/>
              <a:t>Evaluate variations across well types and geologic settings</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p:txBody>
      </p:sp>
      <p:sp>
        <p:nvSpPr>
          <p:cNvPr id="581" name="Google Shape;581;p73"/>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2" name="Google Shape;582;p73"/>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p:txBody>
      </p:sp>
      <p:sp>
        <p:nvSpPr>
          <p:cNvPr id="583" name="Google Shape;583;p73"/>
          <p:cNvSpPr txBox="1"/>
          <p:nvPr/>
        </p:nvSpPr>
        <p:spPr>
          <a:xfrm>
            <a:off x="361975" y="577400"/>
            <a:ext cx="6346800" cy="48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DM Sans"/>
                <a:ea typeface="DM Sans"/>
                <a:cs typeface="DM Sans"/>
                <a:sym typeface="DM Sans"/>
              </a:rPr>
              <a:t>Project Objectives</a:t>
            </a:r>
            <a:endParaRPr b="1" sz="2400">
              <a:solidFill>
                <a:schemeClr val="lt1"/>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74"/>
          <p:cNvSpPr txBox="1"/>
          <p:nvPr>
            <p:ph type="title"/>
          </p:nvPr>
        </p:nvSpPr>
        <p:spPr>
          <a:xfrm>
            <a:off x="384900" y="1441750"/>
            <a:ext cx="5356800" cy="1354500"/>
          </a:xfrm>
          <a:prstGeom prst="rect">
            <a:avLst/>
          </a:prstGeom>
        </p:spPr>
        <p:txBody>
          <a:bodyPr anchorCtr="0" anchor="t" bIns="0" lIns="0" spcFirstLastPara="1" rIns="0" wrap="square" tIns="0">
            <a:noAutofit/>
          </a:bodyPr>
          <a:lstStyle/>
          <a:p>
            <a:pPr indent="-406400" lvl="0" marL="457200" rtl="0" algn="l">
              <a:spcBef>
                <a:spcPts val="0"/>
              </a:spcBef>
              <a:spcAft>
                <a:spcPts val="0"/>
              </a:spcAft>
              <a:buSzPts val="2800"/>
              <a:buChar char="●"/>
            </a:pPr>
            <a:r>
              <a:rPr lang="en" sz="2400"/>
              <a:t>Supports safer long-term resource development</a:t>
            </a:r>
            <a:br>
              <a:rPr lang="en" sz="2400"/>
            </a:br>
            <a:endParaRPr sz="2400"/>
          </a:p>
          <a:p>
            <a:pPr indent="-406400" lvl="0" marL="457200" rtl="0" algn="l">
              <a:spcBef>
                <a:spcPts val="0"/>
              </a:spcBef>
              <a:spcAft>
                <a:spcPts val="0"/>
              </a:spcAft>
              <a:buSzPts val="2800"/>
              <a:buChar char="●"/>
            </a:pPr>
            <a:r>
              <a:rPr lang="en" sz="2400"/>
              <a:t>Helps maintain reservoir integrity</a:t>
            </a:r>
            <a:br>
              <a:rPr lang="en" sz="2400"/>
            </a:br>
            <a:endParaRPr sz="2400"/>
          </a:p>
          <a:p>
            <a:pPr indent="-406400" lvl="0" marL="457200" rtl="0" algn="l">
              <a:spcBef>
                <a:spcPts val="0"/>
              </a:spcBef>
              <a:spcAft>
                <a:spcPts val="0"/>
              </a:spcAft>
              <a:buSzPts val="2800"/>
              <a:buChar char="●"/>
            </a:pPr>
            <a:r>
              <a:rPr lang="en" sz="2400"/>
              <a:t>Promotes sustainable oil &amp; gas operations in Ohio</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p:txBody>
      </p:sp>
      <p:sp>
        <p:nvSpPr>
          <p:cNvPr id="589" name="Google Shape;589;p74"/>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0" name="Google Shape;590;p74"/>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p:txBody>
      </p:sp>
      <p:pic>
        <p:nvPicPr>
          <p:cNvPr id="591" name="Google Shape;591;p74"/>
          <p:cNvPicPr preferRelativeResize="0"/>
          <p:nvPr/>
        </p:nvPicPr>
        <p:blipFill>
          <a:blip r:embed="rId3">
            <a:alphaModFix/>
          </a:blip>
          <a:stretch>
            <a:fillRect/>
          </a:stretch>
        </p:blipFill>
        <p:spPr>
          <a:xfrm>
            <a:off x="6080700" y="0"/>
            <a:ext cx="3097500" cy="3097500"/>
          </a:xfrm>
          <a:prstGeom prst="rect">
            <a:avLst/>
          </a:prstGeom>
          <a:noFill/>
          <a:ln>
            <a:noFill/>
          </a:ln>
        </p:spPr>
      </p:pic>
      <p:sp>
        <p:nvSpPr>
          <p:cNvPr id="592" name="Google Shape;592;p74"/>
          <p:cNvSpPr txBox="1"/>
          <p:nvPr/>
        </p:nvSpPr>
        <p:spPr>
          <a:xfrm>
            <a:off x="361975" y="668113"/>
            <a:ext cx="6346800" cy="48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DM Sans"/>
                <a:ea typeface="DM Sans"/>
                <a:cs typeface="DM Sans"/>
                <a:sym typeface="DM Sans"/>
              </a:rPr>
              <a:t>Impact and Importance</a:t>
            </a:r>
            <a:endParaRPr b="1" sz="2400">
              <a:solidFill>
                <a:schemeClr val="lt1"/>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75"/>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8" name="Google Shape;598;p7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a:p>
            <a:pPr indent="0" lvl="0" marL="0" rtl="0" algn="l">
              <a:spcBef>
                <a:spcPts val="0"/>
              </a:spcBef>
              <a:spcAft>
                <a:spcPts val="0"/>
              </a:spcAft>
              <a:buNone/>
            </a:pPr>
            <a:r>
              <a:t/>
            </a:r>
            <a:endParaRPr/>
          </a:p>
        </p:txBody>
      </p:sp>
      <p:sp>
        <p:nvSpPr>
          <p:cNvPr id="599" name="Google Shape;599;p75"/>
          <p:cNvSpPr txBox="1"/>
          <p:nvPr>
            <p:ph type="title"/>
          </p:nvPr>
        </p:nvSpPr>
        <p:spPr>
          <a:xfrm>
            <a:off x="1761000" y="1155750"/>
            <a:ext cx="5622000" cy="2832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b="1" lang="en" sz="4200"/>
              <a:t>OVERVIEW &amp; GOALS</a:t>
            </a:r>
            <a:endParaRPr b="1" sz="4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76"/>
          <p:cNvSpPr txBox="1"/>
          <p:nvPr>
            <p:ph type="title"/>
          </p:nvPr>
        </p:nvSpPr>
        <p:spPr>
          <a:xfrm>
            <a:off x="361975" y="988550"/>
            <a:ext cx="5356800" cy="1354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We used a Difference-in-Differences modeling structure to evaluate the effect of Saltwater Injection Wells (SWIW) on nearby Production Wells.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doing so, we did not find evidence to suggest that SWIW have a direct impact on oil and gas production.</a:t>
            </a:r>
            <a:endParaRPr/>
          </a:p>
        </p:txBody>
      </p:sp>
      <p:sp>
        <p:nvSpPr>
          <p:cNvPr id="605" name="Google Shape;605;p76"/>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6" name="Google Shape;606;p76"/>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p:txBody>
      </p:sp>
      <p:pic>
        <p:nvPicPr>
          <p:cNvPr id="607" name="Google Shape;607;p76" title="West_Texas_Pumpjack.jfif"/>
          <p:cNvPicPr preferRelativeResize="0"/>
          <p:nvPr/>
        </p:nvPicPr>
        <p:blipFill rotWithShape="1">
          <a:blip r:embed="rId3">
            <a:alphaModFix/>
          </a:blip>
          <a:srcRect b="0" l="18063" r="18063" t="0"/>
          <a:stretch/>
        </p:blipFill>
        <p:spPr>
          <a:xfrm>
            <a:off x="6289150" y="1793125"/>
            <a:ext cx="2853300" cy="3350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77"/>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3" name="Google Shape;613;p7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a:p>
            <a:pPr indent="0" lvl="0" marL="0" rtl="0" algn="l">
              <a:spcBef>
                <a:spcPts val="0"/>
              </a:spcBef>
              <a:spcAft>
                <a:spcPts val="0"/>
              </a:spcAft>
              <a:buNone/>
            </a:pPr>
            <a:r>
              <a:t/>
            </a:r>
            <a:endParaRPr/>
          </a:p>
        </p:txBody>
      </p:sp>
      <p:sp>
        <p:nvSpPr>
          <p:cNvPr id="614" name="Google Shape;614;p77"/>
          <p:cNvSpPr txBox="1"/>
          <p:nvPr>
            <p:ph type="title"/>
          </p:nvPr>
        </p:nvSpPr>
        <p:spPr>
          <a:xfrm>
            <a:off x="1761000" y="1155750"/>
            <a:ext cx="5622000" cy="2832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b="1" lang="en" sz="4200"/>
              <a:t>DATA &amp; METHODS</a:t>
            </a:r>
            <a:endParaRPr b="1" sz="4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78"/>
          <p:cNvSpPr/>
          <p:nvPr/>
        </p:nvSpPr>
        <p:spPr>
          <a:xfrm>
            <a:off x="3471743" y="2314850"/>
            <a:ext cx="2294400" cy="2236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sp>
        <p:nvSpPr>
          <p:cNvPr id="620" name="Google Shape;620;p78"/>
          <p:cNvSpPr/>
          <p:nvPr/>
        </p:nvSpPr>
        <p:spPr>
          <a:xfrm>
            <a:off x="6482274" y="2314800"/>
            <a:ext cx="2294400" cy="2236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sp>
        <p:nvSpPr>
          <p:cNvPr id="621" name="Google Shape;621;p78"/>
          <p:cNvSpPr/>
          <p:nvPr/>
        </p:nvSpPr>
        <p:spPr>
          <a:xfrm>
            <a:off x="461225" y="2314850"/>
            <a:ext cx="2294400" cy="2236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sp>
        <p:nvSpPr>
          <p:cNvPr id="622" name="Google Shape;622;p78"/>
          <p:cNvSpPr/>
          <p:nvPr/>
        </p:nvSpPr>
        <p:spPr>
          <a:xfrm>
            <a:off x="3471750" y="1897950"/>
            <a:ext cx="5304900" cy="367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sp>
        <p:nvSpPr>
          <p:cNvPr id="623" name="Google Shape;623;p78"/>
          <p:cNvSpPr txBox="1"/>
          <p:nvPr>
            <p:ph idx="5" type="body"/>
          </p:nvPr>
        </p:nvSpPr>
        <p:spPr>
          <a:xfrm>
            <a:off x="6808938" y="3628800"/>
            <a:ext cx="1645800" cy="6801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rPr lang="en"/>
              <a:t>More details on well locations and owners for all active wells.</a:t>
            </a:r>
            <a:endParaRPr/>
          </a:p>
        </p:txBody>
      </p:sp>
      <p:sp>
        <p:nvSpPr>
          <p:cNvPr id="624" name="Google Shape;624;p78"/>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5" name="Google Shape;625;p7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p:txBody>
      </p:sp>
      <p:sp>
        <p:nvSpPr>
          <p:cNvPr id="626" name="Google Shape;626;p78"/>
          <p:cNvSpPr txBox="1"/>
          <p:nvPr>
            <p:ph idx="8" type="body"/>
          </p:nvPr>
        </p:nvSpPr>
        <p:spPr>
          <a:xfrm>
            <a:off x="3792675" y="3628850"/>
            <a:ext cx="1645800" cy="6801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rPr lang="en"/>
              <a:t>Permit date, well classification, and location for every well drilled in OH since 1998.</a:t>
            </a:r>
            <a:endParaRPr/>
          </a:p>
        </p:txBody>
      </p:sp>
      <p:sp>
        <p:nvSpPr>
          <p:cNvPr id="627" name="Google Shape;627;p78"/>
          <p:cNvSpPr txBox="1"/>
          <p:nvPr>
            <p:ph idx="6" type="subTitle"/>
          </p:nvPr>
        </p:nvSpPr>
        <p:spPr>
          <a:xfrm>
            <a:off x="6808938" y="2586820"/>
            <a:ext cx="1645800" cy="152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03</a:t>
            </a:r>
            <a:endParaRPr/>
          </a:p>
        </p:txBody>
      </p:sp>
      <p:sp>
        <p:nvSpPr>
          <p:cNvPr id="628" name="Google Shape;628;p78"/>
          <p:cNvSpPr txBox="1"/>
          <p:nvPr>
            <p:ph idx="14" type="body"/>
          </p:nvPr>
        </p:nvSpPr>
        <p:spPr>
          <a:xfrm>
            <a:off x="823150" y="3628850"/>
            <a:ext cx="1645800" cy="6801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rPr lang="en"/>
              <a:t>Quarterly production reports for horizontal wells, annual production </a:t>
            </a:r>
            <a:r>
              <a:rPr lang="en"/>
              <a:t>reports for vertical wells since 2010.</a:t>
            </a:r>
            <a:endParaRPr/>
          </a:p>
        </p:txBody>
      </p:sp>
      <p:sp>
        <p:nvSpPr>
          <p:cNvPr id="629" name="Google Shape;629;p78"/>
          <p:cNvSpPr txBox="1"/>
          <p:nvPr>
            <p:ph idx="7" type="subTitle"/>
          </p:nvPr>
        </p:nvSpPr>
        <p:spPr>
          <a:xfrm>
            <a:off x="6808938" y="2791120"/>
            <a:ext cx="1645800" cy="15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latin typeface="DM Sans"/>
                <a:ea typeface="DM Sans"/>
                <a:cs typeface="DM Sans"/>
                <a:sym typeface="DM Sans"/>
              </a:rPr>
              <a:t>Well Information</a:t>
            </a:r>
            <a:endParaRPr b="1">
              <a:latin typeface="DM Sans"/>
              <a:ea typeface="DM Sans"/>
              <a:cs typeface="DM Sans"/>
              <a:sym typeface="DM Sans"/>
            </a:endParaRPr>
          </a:p>
        </p:txBody>
      </p:sp>
      <p:sp>
        <p:nvSpPr>
          <p:cNvPr id="630" name="Google Shape;630;p78"/>
          <p:cNvSpPr txBox="1"/>
          <p:nvPr>
            <p:ph idx="9" type="subTitle"/>
          </p:nvPr>
        </p:nvSpPr>
        <p:spPr>
          <a:xfrm>
            <a:off x="3792675" y="2586870"/>
            <a:ext cx="1645800" cy="152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02</a:t>
            </a:r>
            <a:endParaRPr/>
          </a:p>
        </p:txBody>
      </p:sp>
      <p:sp>
        <p:nvSpPr>
          <p:cNvPr id="631" name="Google Shape;631;p78"/>
          <p:cNvSpPr txBox="1"/>
          <p:nvPr>
            <p:ph idx="13" type="subTitle"/>
          </p:nvPr>
        </p:nvSpPr>
        <p:spPr>
          <a:xfrm>
            <a:off x="3792675" y="2791170"/>
            <a:ext cx="1645800" cy="15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latin typeface="DM Sans"/>
                <a:ea typeface="DM Sans"/>
                <a:cs typeface="DM Sans"/>
                <a:sym typeface="DM Sans"/>
              </a:rPr>
              <a:t>Permit and Plug List</a:t>
            </a:r>
            <a:endParaRPr b="1">
              <a:latin typeface="DM Sans"/>
              <a:ea typeface="DM Sans"/>
              <a:cs typeface="DM Sans"/>
              <a:sym typeface="DM Sans"/>
            </a:endParaRPr>
          </a:p>
        </p:txBody>
      </p:sp>
      <p:sp>
        <p:nvSpPr>
          <p:cNvPr id="632" name="Google Shape;632;p78"/>
          <p:cNvSpPr txBox="1"/>
          <p:nvPr>
            <p:ph idx="15" type="subTitle"/>
          </p:nvPr>
        </p:nvSpPr>
        <p:spPr>
          <a:xfrm>
            <a:off x="823150" y="2586870"/>
            <a:ext cx="1645800" cy="152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01</a:t>
            </a:r>
            <a:endParaRPr/>
          </a:p>
        </p:txBody>
      </p:sp>
      <p:sp>
        <p:nvSpPr>
          <p:cNvPr id="633" name="Google Shape;633;p78"/>
          <p:cNvSpPr txBox="1"/>
          <p:nvPr>
            <p:ph idx="16" type="subTitle"/>
          </p:nvPr>
        </p:nvSpPr>
        <p:spPr>
          <a:xfrm>
            <a:off x="823150" y="2791170"/>
            <a:ext cx="1645800" cy="15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latin typeface="DM Sans"/>
                <a:ea typeface="DM Sans"/>
                <a:cs typeface="DM Sans"/>
                <a:sym typeface="DM Sans"/>
              </a:rPr>
              <a:t>Well Production Data</a:t>
            </a:r>
            <a:endParaRPr b="1">
              <a:latin typeface="DM Sans"/>
              <a:ea typeface="DM Sans"/>
              <a:cs typeface="DM Sans"/>
              <a:sym typeface="DM Sans"/>
            </a:endParaRPr>
          </a:p>
        </p:txBody>
      </p:sp>
      <p:sp>
        <p:nvSpPr>
          <p:cNvPr id="634" name="Google Shape;634;p78"/>
          <p:cNvSpPr txBox="1"/>
          <p:nvPr>
            <p:ph type="title"/>
          </p:nvPr>
        </p:nvSpPr>
        <p:spPr>
          <a:xfrm>
            <a:off x="1406600" y="988557"/>
            <a:ext cx="6330900" cy="587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Our project relied heavily on data accessed from the Ohio Department of Natural Resources.</a:t>
            </a:r>
            <a:endParaRPr/>
          </a:p>
        </p:txBody>
      </p:sp>
      <p:sp>
        <p:nvSpPr>
          <p:cNvPr id="635" name="Google Shape;635;p78"/>
          <p:cNvSpPr/>
          <p:nvPr/>
        </p:nvSpPr>
        <p:spPr>
          <a:xfrm>
            <a:off x="461225" y="1897963"/>
            <a:ext cx="2294400" cy="367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sp>
        <p:nvSpPr>
          <p:cNvPr id="636" name="Google Shape;636;p78"/>
          <p:cNvSpPr txBox="1"/>
          <p:nvPr>
            <p:ph idx="16" type="subTitle"/>
          </p:nvPr>
        </p:nvSpPr>
        <p:spPr>
          <a:xfrm>
            <a:off x="785525" y="2005357"/>
            <a:ext cx="1645800" cy="152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latin typeface="DM Sans"/>
                <a:ea typeface="DM Sans"/>
                <a:cs typeface="DM Sans"/>
                <a:sym typeface="DM Sans"/>
              </a:rPr>
              <a:t>Production Reports</a:t>
            </a:r>
            <a:endParaRPr b="1">
              <a:latin typeface="DM Sans"/>
              <a:ea typeface="DM Sans"/>
              <a:cs typeface="DM Sans"/>
              <a:sym typeface="DM Sans"/>
            </a:endParaRPr>
          </a:p>
        </p:txBody>
      </p:sp>
      <p:sp>
        <p:nvSpPr>
          <p:cNvPr id="637" name="Google Shape;637;p78"/>
          <p:cNvSpPr txBox="1"/>
          <p:nvPr>
            <p:ph idx="16" type="subTitle"/>
          </p:nvPr>
        </p:nvSpPr>
        <p:spPr>
          <a:xfrm>
            <a:off x="5301300" y="2005345"/>
            <a:ext cx="1645800" cy="152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latin typeface="DM Sans"/>
                <a:ea typeface="DM Sans"/>
                <a:cs typeface="DM Sans"/>
                <a:sym typeface="DM Sans"/>
              </a:rPr>
              <a:t>ODNR Well Database</a:t>
            </a:r>
            <a:endParaRPr b="1">
              <a:latin typeface="DM Sans"/>
              <a:ea typeface="DM Sans"/>
              <a:cs typeface="DM Sans"/>
              <a:sym typeface="DM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79"/>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3" name="Google Shape;643;p79"/>
          <p:cNvSpPr txBox="1"/>
          <p:nvPr>
            <p:ph idx="1" type="subTitle"/>
          </p:nvPr>
        </p:nvSpPr>
        <p:spPr>
          <a:xfrm>
            <a:off x="742900" y="2025238"/>
            <a:ext cx="3213000" cy="138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Data Used</a:t>
            </a:r>
            <a:endParaRPr/>
          </a:p>
        </p:txBody>
      </p:sp>
      <p:sp>
        <p:nvSpPr>
          <p:cNvPr id="644" name="Google Shape;644;p79"/>
          <p:cNvSpPr txBox="1"/>
          <p:nvPr>
            <p:ph idx="2" type="body"/>
          </p:nvPr>
        </p:nvSpPr>
        <p:spPr>
          <a:xfrm>
            <a:off x="742900" y="2248563"/>
            <a:ext cx="3213000" cy="461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Annual production of all wells within 3km of nearest SWIW, using well location data to calculate inter-well distances.</a:t>
            </a:r>
            <a:endParaRPr/>
          </a:p>
        </p:txBody>
      </p:sp>
      <p:sp>
        <p:nvSpPr>
          <p:cNvPr id="645" name="Google Shape;645;p79"/>
          <p:cNvSpPr txBox="1"/>
          <p:nvPr>
            <p:ph type="title"/>
          </p:nvPr>
        </p:nvSpPr>
        <p:spPr>
          <a:xfrm>
            <a:off x="361975" y="683225"/>
            <a:ext cx="4297200" cy="10158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a:t>We built Difference-in-Differences models to compare well production before and after a given date.</a:t>
            </a:r>
            <a:endParaRPr/>
          </a:p>
        </p:txBody>
      </p:sp>
      <p:sp>
        <p:nvSpPr>
          <p:cNvPr id="646" name="Google Shape;646;p79"/>
          <p:cNvSpPr txBox="1"/>
          <p:nvPr>
            <p:ph idx="5"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p:txBody>
      </p:sp>
      <p:sp>
        <p:nvSpPr>
          <p:cNvPr id="647" name="Google Shape;647;p79"/>
          <p:cNvSpPr txBox="1"/>
          <p:nvPr>
            <p:ph idx="7" type="subTitle"/>
          </p:nvPr>
        </p:nvSpPr>
        <p:spPr>
          <a:xfrm>
            <a:off x="742900" y="3777543"/>
            <a:ext cx="3213000" cy="138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Models Built</a:t>
            </a:r>
            <a:endParaRPr/>
          </a:p>
        </p:txBody>
      </p:sp>
      <p:sp>
        <p:nvSpPr>
          <p:cNvPr id="648" name="Google Shape;648;p79"/>
          <p:cNvSpPr txBox="1"/>
          <p:nvPr>
            <p:ph idx="8" type="body"/>
          </p:nvPr>
        </p:nvSpPr>
        <p:spPr>
          <a:xfrm>
            <a:off x="742900" y="4000868"/>
            <a:ext cx="3213000" cy="461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One gas model and one oil model for three split dates: the date the nearest SWIW was permitted, one year after that, and two years after that. </a:t>
            </a:r>
            <a:endParaRPr/>
          </a:p>
        </p:txBody>
      </p:sp>
      <p:sp>
        <p:nvSpPr>
          <p:cNvPr id="649" name="Google Shape;649;p79"/>
          <p:cNvSpPr txBox="1"/>
          <p:nvPr>
            <p:ph idx="9" type="subTitle"/>
          </p:nvPr>
        </p:nvSpPr>
        <p:spPr>
          <a:xfrm>
            <a:off x="742900" y="2917466"/>
            <a:ext cx="3213000" cy="138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Model Structure</a:t>
            </a:r>
            <a:endParaRPr/>
          </a:p>
        </p:txBody>
      </p:sp>
      <p:sp>
        <p:nvSpPr>
          <p:cNvPr id="650" name="Google Shape;650;p79"/>
          <p:cNvSpPr txBox="1"/>
          <p:nvPr>
            <p:ph idx="13" type="body"/>
          </p:nvPr>
        </p:nvSpPr>
        <p:spPr>
          <a:xfrm>
            <a:off x="742900" y="3140791"/>
            <a:ext cx="3213000" cy="461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Split data by whether it is before or after a given date. Use the interaction between that and the distance of each well to the nearest SWIW to predict production.</a:t>
            </a:r>
            <a:endParaRPr/>
          </a:p>
        </p:txBody>
      </p:sp>
      <p:cxnSp>
        <p:nvCxnSpPr>
          <p:cNvPr id="651" name="Google Shape;651;p79"/>
          <p:cNvCxnSpPr/>
          <p:nvPr/>
        </p:nvCxnSpPr>
        <p:spPr>
          <a:xfrm>
            <a:off x="431850" y="2167588"/>
            <a:ext cx="0" cy="2255700"/>
          </a:xfrm>
          <a:prstGeom prst="straightConnector1">
            <a:avLst/>
          </a:prstGeom>
          <a:noFill/>
          <a:ln cap="flat" cmpd="sng" w="9525">
            <a:solidFill>
              <a:schemeClr val="accent5"/>
            </a:solidFill>
            <a:prstDash val="solid"/>
            <a:round/>
            <a:headEnd len="med" w="med" type="none"/>
            <a:tailEnd len="med" w="med" type="none"/>
          </a:ln>
        </p:spPr>
      </p:cxnSp>
      <p:sp>
        <p:nvSpPr>
          <p:cNvPr id="652" name="Google Shape;652;p79"/>
          <p:cNvSpPr/>
          <p:nvPr/>
        </p:nvSpPr>
        <p:spPr>
          <a:xfrm rot="2707147">
            <a:off x="383097" y="2077755"/>
            <a:ext cx="102036" cy="102036"/>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3" name="Google Shape;653;p79"/>
          <p:cNvSpPr/>
          <p:nvPr/>
        </p:nvSpPr>
        <p:spPr>
          <a:xfrm rot="2707147">
            <a:off x="383097" y="2952672"/>
            <a:ext cx="102036" cy="102036"/>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4" name="Google Shape;654;p79"/>
          <p:cNvSpPr/>
          <p:nvPr/>
        </p:nvSpPr>
        <p:spPr>
          <a:xfrm rot="2707147">
            <a:off x="383097" y="3827605"/>
            <a:ext cx="102036" cy="102036"/>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55" name="Google Shape;655;p79" title="Well Distances.png"/>
          <p:cNvPicPr preferRelativeResize="0"/>
          <p:nvPr/>
        </p:nvPicPr>
        <p:blipFill>
          <a:blip r:embed="rId3">
            <a:alphaModFix/>
          </a:blip>
          <a:stretch>
            <a:fillRect/>
          </a:stretch>
        </p:blipFill>
        <p:spPr>
          <a:xfrm>
            <a:off x="5473139" y="393942"/>
            <a:ext cx="2988226" cy="3736281"/>
          </a:xfrm>
          <a:prstGeom prst="rect">
            <a:avLst/>
          </a:prstGeom>
          <a:noFill/>
          <a:ln>
            <a:noFill/>
          </a:ln>
        </p:spPr>
      </p:pic>
      <p:pic>
        <p:nvPicPr>
          <p:cNvPr id="656" name="Google Shape;656;p79"/>
          <p:cNvPicPr preferRelativeResize="0"/>
          <p:nvPr/>
        </p:nvPicPr>
        <p:blipFill>
          <a:blip r:embed="rId4">
            <a:alphaModFix/>
          </a:blip>
          <a:stretch>
            <a:fillRect/>
          </a:stretch>
        </p:blipFill>
        <p:spPr>
          <a:xfrm>
            <a:off x="1322288" y="4594273"/>
            <a:ext cx="6499412" cy="552450"/>
          </a:xfrm>
          <a:prstGeom prst="rect">
            <a:avLst/>
          </a:prstGeom>
          <a:noFill/>
          <a:ln>
            <a:noFill/>
          </a:ln>
        </p:spPr>
      </p:pic>
      <p:sp>
        <p:nvSpPr>
          <p:cNvPr id="657" name="Google Shape;657;p79"/>
          <p:cNvSpPr/>
          <p:nvPr/>
        </p:nvSpPr>
        <p:spPr>
          <a:xfrm>
            <a:off x="4558700" y="4654975"/>
            <a:ext cx="1937700" cy="399300"/>
          </a:xfrm>
          <a:prstGeom prst="rect">
            <a:avLst/>
          </a:prstGeom>
          <a:no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8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p:txBody>
      </p:sp>
      <p:sp>
        <p:nvSpPr>
          <p:cNvPr id="663" name="Google Shape;663;p80"/>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4" name="Google Shape;664;p80"/>
          <p:cNvSpPr txBox="1"/>
          <p:nvPr>
            <p:ph type="title"/>
          </p:nvPr>
        </p:nvSpPr>
        <p:spPr>
          <a:xfrm>
            <a:off x="2062800" y="659757"/>
            <a:ext cx="5018400" cy="338700"/>
          </a:xfrm>
          <a:prstGeom prst="rect">
            <a:avLst/>
          </a:prstGeom>
        </p:spPr>
        <p:txBody>
          <a:bodyPr anchorCtr="0" anchor="t" bIns="0" lIns="0" spcFirstLastPara="1" rIns="0" wrap="square" tIns="0">
            <a:spAutoFit/>
          </a:bodyPr>
          <a:lstStyle/>
          <a:p>
            <a:pPr indent="0" lvl="0" marL="0" rtl="0" algn="ctr">
              <a:lnSpc>
                <a:spcPct val="100000"/>
              </a:lnSpc>
              <a:spcBef>
                <a:spcPts val="0"/>
              </a:spcBef>
              <a:spcAft>
                <a:spcPts val="0"/>
              </a:spcAft>
              <a:buNone/>
            </a:pPr>
            <a:r>
              <a:rPr lang="en"/>
              <a:t>Why split on those dates?</a:t>
            </a:r>
            <a:endParaRPr/>
          </a:p>
        </p:txBody>
      </p:sp>
      <p:sp>
        <p:nvSpPr>
          <p:cNvPr id="665" name="Google Shape;665;p80"/>
          <p:cNvSpPr/>
          <p:nvPr/>
        </p:nvSpPr>
        <p:spPr>
          <a:xfrm rot="2710386">
            <a:off x="3936957" y="4527638"/>
            <a:ext cx="70216" cy="70216"/>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66" name="Google Shape;666;p80"/>
          <p:cNvPicPr preferRelativeResize="0"/>
          <p:nvPr/>
        </p:nvPicPr>
        <p:blipFill>
          <a:blip r:embed="rId3">
            <a:alphaModFix/>
          </a:blip>
          <a:stretch>
            <a:fillRect/>
          </a:stretch>
        </p:blipFill>
        <p:spPr>
          <a:xfrm>
            <a:off x="0" y="2514825"/>
            <a:ext cx="3848163" cy="2628675"/>
          </a:xfrm>
          <a:prstGeom prst="rect">
            <a:avLst/>
          </a:prstGeom>
          <a:noFill/>
          <a:ln>
            <a:noFill/>
          </a:ln>
        </p:spPr>
      </p:pic>
      <p:pic>
        <p:nvPicPr>
          <p:cNvPr id="667" name="Google Shape;667;p80"/>
          <p:cNvPicPr preferRelativeResize="0"/>
          <p:nvPr/>
        </p:nvPicPr>
        <p:blipFill>
          <a:blip r:embed="rId4">
            <a:alphaModFix/>
          </a:blip>
          <a:stretch>
            <a:fillRect/>
          </a:stretch>
        </p:blipFill>
        <p:spPr>
          <a:xfrm>
            <a:off x="5194247" y="2514825"/>
            <a:ext cx="3949753" cy="2628675"/>
          </a:xfrm>
          <a:prstGeom prst="rect">
            <a:avLst/>
          </a:prstGeom>
          <a:noFill/>
          <a:ln>
            <a:noFill/>
          </a:ln>
        </p:spPr>
      </p:pic>
      <p:sp>
        <p:nvSpPr>
          <p:cNvPr id="668" name="Google Shape;668;p80"/>
          <p:cNvSpPr txBox="1"/>
          <p:nvPr>
            <p:ph idx="4294967295" type="body"/>
          </p:nvPr>
        </p:nvSpPr>
        <p:spPr>
          <a:xfrm>
            <a:off x="1812300" y="1341700"/>
            <a:ext cx="5519400" cy="70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300"/>
              <a:t>We used a </a:t>
            </a:r>
            <a:r>
              <a:rPr b="1" i="1" lang="en" sz="1300"/>
              <a:t>Lag Analysis </a:t>
            </a:r>
            <a:r>
              <a:rPr lang="en" sz="1300"/>
              <a:t>to investigate how correlated the year-to-year production data is.</a:t>
            </a:r>
            <a:endParaRPr sz="13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81"/>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4" name="Google Shape;674;p8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a:p>
            <a:pPr indent="0" lvl="0" marL="0" rtl="0" algn="l">
              <a:spcBef>
                <a:spcPts val="0"/>
              </a:spcBef>
              <a:spcAft>
                <a:spcPts val="0"/>
              </a:spcAft>
              <a:buNone/>
            </a:pPr>
            <a:r>
              <a:t/>
            </a:r>
            <a:endParaRPr/>
          </a:p>
        </p:txBody>
      </p:sp>
      <p:sp>
        <p:nvSpPr>
          <p:cNvPr id="675" name="Google Shape;675;p81"/>
          <p:cNvSpPr txBox="1"/>
          <p:nvPr>
            <p:ph type="title"/>
          </p:nvPr>
        </p:nvSpPr>
        <p:spPr>
          <a:xfrm>
            <a:off x="1761000" y="1155750"/>
            <a:ext cx="5622000" cy="2832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b="1" lang="en" sz="4200"/>
              <a:t>FINDINGS</a:t>
            </a:r>
            <a:endParaRPr b="1" sz="4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82"/>
          <p:cNvSpPr/>
          <p:nvPr/>
        </p:nvSpPr>
        <p:spPr>
          <a:xfrm>
            <a:off x="4565475" y="732776"/>
            <a:ext cx="4578600" cy="127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681" name="Google Shape;681;p82"/>
          <p:cNvSpPr/>
          <p:nvPr/>
        </p:nvSpPr>
        <p:spPr>
          <a:xfrm>
            <a:off x="4565475" y="2009342"/>
            <a:ext cx="4578600" cy="1276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682" name="Google Shape;682;p82"/>
          <p:cNvSpPr/>
          <p:nvPr/>
        </p:nvSpPr>
        <p:spPr>
          <a:xfrm>
            <a:off x="4565475" y="3281209"/>
            <a:ext cx="4578600" cy="1276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683" name="Google Shape;683;p82"/>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4" name="Google Shape;684;p8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p:txBody>
      </p:sp>
      <p:sp>
        <p:nvSpPr>
          <p:cNvPr id="685" name="Google Shape;685;p82"/>
          <p:cNvSpPr txBox="1"/>
          <p:nvPr>
            <p:ph idx="2" type="body"/>
          </p:nvPr>
        </p:nvSpPr>
        <p:spPr>
          <a:xfrm>
            <a:off x="4845475" y="1361025"/>
            <a:ext cx="3588600" cy="461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We cannot conclude that SWIW have any impact on the production levels of oil and gas producing wells for those within 3km and with pre-SWIW and post-SWIW production.</a:t>
            </a:r>
            <a:endParaRPr/>
          </a:p>
        </p:txBody>
      </p:sp>
      <p:sp>
        <p:nvSpPr>
          <p:cNvPr id="686" name="Google Shape;686;p82"/>
          <p:cNvSpPr txBox="1"/>
          <p:nvPr>
            <p:ph idx="3" type="subTitle"/>
          </p:nvPr>
        </p:nvSpPr>
        <p:spPr>
          <a:xfrm>
            <a:off x="4845475" y="1028375"/>
            <a:ext cx="3799800" cy="215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a:t>No Model Had A Significant DiD Coefficient</a:t>
            </a:r>
            <a:endParaRPr b="1"/>
          </a:p>
        </p:txBody>
      </p:sp>
      <p:sp>
        <p:nvSpPr>
          <p:cNvPr id="687" name="Google Shape;687;p82"/>
          <p:cNvSpPr txBox="1"/>
          <p:nvPr>
            <p:ph idx="4" type="body"/>
          </p:nvPr>
        </p:nvSpPr>
        <p:spPr>
          <a:xfrm>
            <a:off x="4845475" y="2595865"/>
            <a:ext cx="3382500" cy="461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However, the significance was only related to the distance effect. This indicates that SWIW may intentionally be drilled where oil production is lower.</a:t>
            </a:r>
            <a:endParaRPr/>
          </a:p>
        </p:txBody>
      </p:sp>
      <p:sp>
        <p:nvSpPr>
          <p:cNvPr id="688" name="Google Shape;688;p82"/>
          <p:cNvSpPr txBox="1"/>
          <p:nvPr>
            <p:ph idx="5" type="subTitle"/>
          </p:nvPr>
        </p:nvSpPr>
        <p:spPr>
          <a:xfrm>
            <a:off x="4845475" y="2263225"/>
            <a:ext cx="3931200" cy="215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a:t>The Oil Model With No Lag Was Significant</a:t>
            </a:r>
            <a:endParaRPr b="1"/>
          </a:p>
        </p:txBody>
      </p:sp>
      <p:sp>
        <p:nvSpPr>
          <p:cNvPr id="689" name="Google Shape;689;p82"/>
          <p:cNvSpPr txBox="1"/>
          <p:nvPr>
            <p:ph idx="6" type="body"/>
          </p:nvPr>
        </p:nvSpPr>
        <p:spPr>
          <a:xfrm>
            <a:off x="4845475" y="3870078"/>
            <a:ext cx="3382500" cy="461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We created plots to display the differences between individual well production before and after the split date. Most have small differences, but outliers are notable.</a:t>
            </a:r>
            <a:endParaRPr/>
          </a:p>
        </p:txBody>
      </p:sp>
      <p:sp>
        <p:nvSpPr>
          <p:cNvPr id="690" name="Google Shape;690;p82"/>
          <p:cNvSpPr txBox="1"/>
          <p:nvPr>
            <p:ph idx="7" type="subTitle"/>
          </p:nvPr>
        </p:nvSpPr>
        <p:spPr>
          <a:xfrm>
            <a:off x="4845475" y="3537427"/>
            <a:ext cx="3382500" cy="215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a:t>Individual Well Differences Are Notable</a:t>
            </a:r>
            <a:endParaRPr b="1"/>
          </a:p>
        </p:txBody>
      </p:sp>
      <p:sp>
        <p:nvSpPr>
          <p:cNvPr id="691" name="Google Shape;691;p82"/>
          <p:cNvSpPr txBox="1"/>
          <p:nvPr>
            <p:ph type="title"/>
          </p:nvPr>
        </p:nvSpPr>
        <p:spPr>
          <a:xfrm>
            <a:off x="361975" y="1801005"/>
            <a:ext cx="3860100" cy="16932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a:t>After building 6 Difference-in-Differences models to evaluate the impact of SWIWs on well production, we came to these conclusions.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83"/>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7" name="Google Shape;697;p8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p:txBody>
      </p:sp>
      <p:pic>
        <p:nvPicPr>
          <p:cNvPr id="698" name="Google Shape;698;p83"/>
          <p:cNvPicPr preferRelativeResize="0"/>
          <p:nvPr/>
        </p:nvPicPr>
        <p:blipFill>
          <a:blip r:embed="rId3">
            <a:alphaModFix/>
          </a:blip>
          <a:stretch>
            <a:fillRect/>
          </a:stretch>
        </p:blipFill>
        <p:spPr>
          <a:xfrm>
            <a:off x="487738" y="997900"/>
            <a:ext cx="8168525" cy="39271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84"/>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04" name="Google Shape;704;p8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p:txBody>
      </p:sp>
      <p:pic>
        <p:nvPicPr>
          <p:cNvPr id="705" name="Google Shape;705;p84"/>
          <p:cNvPicPr preferRelativeResize="0"/>
          <p:nvPr/>
        </p:nvPicPr>
        <p:blipFill>
          <a:blip r:embed="rId3">
            <a:alphaModFix/>
          </a:blip>
          <a:stretch>
            <a:fillRect/>
          </a:stretch>
        </p:blipFill>
        <p:spPr>
          <a:xfrm>
            <a:off x="312613" y="779775"/>
            <a:ext cx="8518775" cy="40819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85"/>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11" name="Google Shape;711;p8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p:txBody>
      </p:sp>
      <p:pic>
        <p:nvPicPr>
          <p:cNvPr id="712" name="Google Shape;712;p85"/>
          <p:cNvPicPr preferRelativeResize="0"/>
          <p:nvPr/>
        </p:nvPicPr>
        <p:blipFill>
          <a:blip r:embed="rId3">
            <a:alphaModFix/>
          </a:blip>
          <a:stretch>
            <a:fillRect/>
          </a:stretch>
        </p:blipFill>
        <p:spPr>
          <a:xfrm>
            <a:off x="391450" y="839200"/>
            <a:ext cx="8361099" cy="41671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86"/>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18" name="Google Shape;718;p8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p:txBody>
      </p:sp>
      <p:pic>
        <p:nvPicPr>
          <p:cNvPr id="719" name="Google Shape;719;p86"/>
          <p:cNvPicPr preferRelativeResize="0"/>
          <p:nvPr/>
        </p:nvPicPr>
        <p:blipFill>
          <a:blip r:embed="rId3">
            <a:alphaModFix/>
          </a:blip>
          <a:stretch>
            <a:fillRect/>
          </a:stretch>
        </p:blipFill>
        <p:spPr>
          <a:xfrm>
            <a:off x="401875" y="915700"/>
            <a:ext cx="8340250" cy="40231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87"/>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25" name="Google Shape;725;p8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p:txBody>
      </p:sp>
      <p:sp>
        <p:nvSpPr>
          <p:cNvPr id="726" name="Google Shape;726;p87"/>
          <p:cNvSpPr txBox="1"/>
          <p:nvPr>
            <p:ph type="title"/>
          </p:nvPr>
        </p:nvSpPr>
        <p:spPr>
          <a:xfrm>
            <a:off x="719400" y="859375"/>
            <a:ext cx="7705200" cy="1354500"/>
          </a:xfrm>
          <a:prstGeom prst="rect">
            <a:avLst/>
          </a:prstGeom>
        </p:spPr>
        <p:txBody>
          <a:bodyPr anchorCtr="0" anchor="t" bIns="0" lIns="0" spcFirstLastPara="1" rIns="0" wrap="square" tIns="0">
            <a:spAutoFit/>
          </a:bodyPr>
          <a:lstStyle/>
          <a:p>
            <a:pPr indent="0" lvl="0" marL="0" rtl="0" algn="ctr">
              <a:lnSpc>
                <a:spcPct val="100000"/>
              </a:lnSpc>
              <a:spcBef>
                <a:spcPts val="0"/>
              </a:spcBef>
              <a:spcAft>
                <a:spcPts val="0"/>
              </a:spcAft>
              <a:buNone/>
            </a:pPr>
            <a:r>
              <a:rPr lang="en"/>
              <a:t>We see a clear downward trend in oil production, but it largely </a:t>
            </a:r>
            <a:r>
              <a:rPr lang="en"/>
              <a:t>happens before the SWIW is permitted.</a:t>
            </a:r>
            <a:endParaRPr/>
          </a:p>
          <a:p>
            <a:pPr indent="0" lvl="0" marL="0" rtl="0" algn="ctr">
              <a:lnSpc>
                <a:spcPct val="100000"/>
              </a:lnSpc>
              <a:spcBef>
                <a:spcPts val="0"/>
              </a:spcBef>
              <a:spcAft>
                <a:spcPts val="0"/>
              </a:spcAft>
              <a:buNone/>
            </a:pPr>
            <a:r>
              <a:t/>
            </a:r>
            <a:endParaRPr/>
          </a:p>
          <a:p>
            <a:pPr indent="0" lvl="0" marL="0" rtl="0" algn="ctr">
              <a:lnSpc>
                <a:spcPct val="100000"/>
              </a:lnSpc>
              <a:spcBef>
                <a:spcPts val="0"/>
              </a:spcBef>
              <a:spcAft>
                <a:spcPts val="0"/>
              </a:spcAft>
              <a:buNone/>
            </a:pPr>
            <a:r>
              <a:rPr lang="en"/>
              <a:t>For gas, the drop off occurs after the SWIW is permitted.</a:t>
            </a:r>
            <a:endParaRPr/>
          </a:p>
        </p:txBody>
      </p:sp>
      <p:pic>
        <p:nvPicPr>
          <p:cNvPr id="727" name="Google Shape;727;p87" title="Relative Oil Production by Relative Quarter DiD.png"/>
          <p:cNvPicPr preferRelativeResize="0"/>
          <p:nvPr/>
        </p:nvPicPr>
        <p:blipFill rotWithShape="1">
          <a:blip r:embed="rId3">
            <a:alphaModFix/>
          </a:blip>
          <a:srcRect b="39" l="0" r="0" t="29"/>
          <a:stretch/>
        </p:blipFill>
        <p:spPr>
          <a:xfrm>
            <a:off x="0" y="2480750"/>
            <a:ext cx="4466549" cy="2662751"/>
          </a:xfrm>
          <a:prstGeom prst="rect">
            <a:avLst/>
          </a:prstGeom>
          <a:noFill/>
          <a:ln>
            <a:noFill/>
          </a:ln>
        </p:spPr>
      </p:pic>
      <p:pic>
        <p:nvPicPr>
          <p:cNvPr id="728" name="Google Shape;728;p87" title="Relative Gas Production by Relative Quarter DiD.png"/>
          <p:cNvPicPr preferRelativeResize="0"/>
          <p:nvPr/>
        </p:nvPicPr>
        <p:blipFill rotWithShape="1">
          <a:blip r:embed="rId4">
            <a:alphaModFix/>
          </a:blip>
          <a:srcRect b="59" l="0" r="0" t="59"/>
          <a:stretch/>
        </p:blipFill>
        <p:spPr>
          <a:xfrm>
            <a:off x="4677450" y="2484880"/>
            <a:ext cx="4466549" cy="266141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88"/>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34" name="Google Shape;734;p8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a:p>
            <a:pPr indent="0" lvl="0" marL="0" rtl="0" algn="l">
              <a:spcBef>
                <a:spcPts val="0"/>
              </a:spcBef>
              <a:spcAft>
                <a:spcPts val="0"/>
              </a:spcAft>
              <a:buNone/>
            </a:pPr>
            <a:r>
              <a:t/>
            </a:r>
            <a:endParaRPr/>
          </a:p>
        </p:txBody>
      </p:sp>
      <p:sp>
        <p:nvSpPr>
          <p:cNvPr id="735" name="Google Shape;735;p88"/>
          <p:cNvSpPr txBox="1"/>
          <p:nvPr>
            <p:ph type="title"/>
          </p:nvPr>
        </p:nvSpPr>
        <p:spPr>
          <a:xfrm>
            <a:off x="1424850" y="1155750"/>
            <a:ext cx="6294300" cy="2832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b="1" lang="en" sz="4200"/>
              <a:t>RECOMMENDATIONS</a:t>
            </a:r>
            <a:endParaRPr b="1" sz="42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89"/>
          <p:cNvSpPr/>
          <p:nvPr/>
        </p:nvSpPr>
        <p:spPr>
          <a:xfrm>
            <a:off x="-25" y="1328925"/>
            <a:ext cx="4578600" cy="2480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741" name="Google Shape;741;p89"/>
          <p:cNvSpPr/>
          <p:nvPr/>
        </p:nvSpPr>
        <p:spPr>
          <a:xfrm>
            <a:off x="4565450" y="1328945"/>
            <a:ext cx="4578600" cy="2480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742" name="Google Shape;742;p8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p:txBody>
      </p:sp>
      <p:sp>
        <p:nvSpPr>
          <p:cNvPr id="743" name="Google Shape;743;p89"/>
          <p:cNvSpPr txBox="1"/>
          <p:nvPr>
            <p:ph idx="2" type="body"/>
          </p:nvPr>
        </p:nvSpPr>
        <p:spPr>
          <a:xfrm>
            <a:off x="598025" y="2030639"/>
            <a:ext cx="3382500" cy="16623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b="1" lang="en" sz="1200"/>
              <a:t>We recommend against using this research as evidence that SWIW have no effect on nearby production wells.</a:t>
            </a:r>
            <a:endParaRPr b="1" sz="1200"/>
          </a:p>
          <a:p>
            <a:pPr indent="0" lvl="0" marL="0" rtl="0" algn="ctr">
              <a:spcBef>
                <a:spcPts val="0"/>
              </a:spcBef>
              <a:spcAft>
                <a:spcPts val="0"/>
              </a:spcAft>
              <a:buNone/>
            </a:pPr>
            <a:r>
              <a:t/>
            </a:r>
            <a:endParaRPr b="1" sz="1200"/>
          </a:p>
          <a:p>
            <a:pPr indent="0" lvl="0" marL="0" rtl="0" algn="ctr">
              <a:spcBef>
                <a:spcPts val="0"/>
              </a:spcBef>
              <a:spcAft>
                <a:spcPts val="0"/>
              </a:spcAft>
              <a:buNone/>
            </a:pPr>
            <a:r>
              <a:rPr lang="en" sz="1200"/>
              <a:t>Although our model did not have sufficient evidence to conclude that there is an impact, the downward trend in production and the outlier wells identified in our visualization show that our model may not be fully robust.</a:t>
            </a:r>
            <a:endParaRPr sz="1200"/>
          </a:p>
        </p:txBody>
      </p:sp>
      <p:sp>
        <p:nvSpPr>
          <p:cNvPr id="744" name="Google Shape;744;p89"/>
          <p:cNvSpPr txBox="1"/>
          <p:nvPr>
            <p:ph idx="3" type="subTitle"/>
          </p:nvPr>
        </p:nvSpPr>
        <p:spPr>
          <a:xfrm>
            <a:off x="598025" y="1578448"/>
            <a:ext cx="3382500" cy="2772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b="1" lang="en" sz="1800"/>
              <a:t>Recommendation 1</a:t>
            </a:r>
            <a:endParaRPr b="1" sz="1800"/>
          </a:p>
        </p:txBody>
      </p:sp>
      <p:sp>
        <p:nvSpPr>
          <p:cNvPr id="745" name="Google Shape;745;p89"/>
          <p:cNvSpPr txBox="1"/>
          <p:nvPr>
            <p:ph idx="7" type="body"/>
          </p:nvPr>
        </p:nvSpPr>
        <p:spPr>
          <a:xfrm>
            <a:off x="5163500" y="2030643"/>
            <a:ext cx="3382500" cy="12930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b="1" lang="en" sz="1200"/>
              <a:t>We recommend further investigation into the specific wells that showed a decrease in production after the split dates.</a:t>
            </a:r>
            <a:endParaRPr b="1" sz="1200"/>
          </a:p>
          <a:p>
            <a:pPr indent="0" lvl="0" marL="0" rtl="0" algn="ctr">
              <a:spcBef>
                <a:spcPts val="0"/>
              </a:spcBef>
              <a:spcAft>
                <a:spcPts val="0"/>
              </a:spcAft>
              <a:buNone/>
            </a:pPr>
            <a:r>
              <a:t/>
            </a:r>
            <a:endParaRPr b="1" sz="1200"/>
          </a:p>
          <a:p>
            <a:pPr indent="0" lvl="0" marL="0" rtl="0" algn="ctr">
              <a:spcBef>
                <a:spcPts val="0"/>
              </a:spcBef>
              <a:spcAft>
                <a:spcPts val="0"/>
              </a:spcAft>
              <a:buNone/>
            </a:pPr>
            <a:r>
              <a:rPr lang="en" sz="1200"/>
              <a:t>We </a:t>
            </a:r>
            <a:r>
              <a:rPr lang="en" sz="1200"/>
              <a:t>believe that these wells may have been impacted in some way by the drilling of nearby SWIW.</a:t>
            </a:r>
            <a:endParaRPr sz="1200"/>
          </a:p>
        </p:txBody>
      </p:sp>
      <p:sp>
        <p:nvSpPr>
          <p:cNvPr id="746" name="Google Shape;746;p89"/>
          <p:cNvSpPr txBox="1"/>
          <p:nvPr>
            <p:ph idx="8" type="subTitle"/>
          </p:nvPr>
        </p:nvSpPr>
        <p:spPr>
          <a:xfrm>
            <a:off x="5163500" y="1578447"/>
            <a:ext cx="3382500" cy="2772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b="1" lang="en" sz="1800"/>
              <a:t>Recommendation 2</a:t>
            </a:r>
            <a:endParaRPr b="1" sz="1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90"/>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52" name="Google Shape;752;p9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a:p>
            <a:pPr indent="0" lvl="0" marL="0" rtl="0" algn="l">
              <a:spcBef>
                <a:spcPts val="0"/>
              </a:spcBef>
              <a:spcAft>
                <a:spcPts val="0"/>
              </a:spcAft>
              <a:buNone/>
            </a:pPr>
            <a:r>
              <a:t/>
            </a:r>
            <a:endParaRPr/>
          </a:p>
        </p:txBody>
      </p:sp>
      <p:sp>
        <p:nvSpPr>
          <p:cNvPr id="753" name="Google Shape;753;p90"/>
          <p:cNvSpPr txBox="1"/>
          <p:nvPr>
            <p:ph type="title"/>
          </p:nvPr>
        </p:nvSpPr>
        <p:spPr>
          <a:xfrm>
            <a:off x="1761000" y="1155750"/>
            <a:ext cx="5622000" cy="2832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b="1" lang="en" sz="4200"/>
              <a:t>LIMITATIONS &amp; NEXT STEPS</a:t>
            </a:r>
            <a:endParaRPr b="1" sz="42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91"/>
          <p:cNvSpPr/>
          <p:nvPr/>
        </p:nvSpPr>
        <p:spPr>
          <a:xfrm>
            <a:off x="3377843" y="2304975"/>
            <a:ext cx="2294400" cy="2236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sp>
        <p:nvSpPr>
          <p:cNvPr id="759" name="Google Shape;759;p91"/>
          <p:cNvSpPr/>
          <p:nvPr/>
        </p:nvSpPr>
        <p:spPr>
          <a:xfrm>
            <a:off x="6482274" y="2314800"/>
            <a:ext cx="2294400" cy="2236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sp>
        <p:nvSpPr>
          <p:cNvPr id="760" name="Google Shape;760;p91"/>
          <p:cNvSpPr/>
          <p:nvPr/>
        </p:nvSpPr>
        <p:spPr>
          <a:xfrm>
            <a:off x="273425" y="2304975"/>
            <a:ext cx="2294400" cy="2236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sp>
        <p:nvSpPr>
          <p:cNvPr id="761" name="Google Shape;761;p91"/>
          <p:cNvSpPr txBox="1"/>
          <p:nvPr>
            <p:ph idx="5" type="body"/>
          </p:nvPr>
        </p:nvSpPr>
        <p:spPr>
          <a:xfrm>
            <a:off x="6808938" y="3628800"/>
            <a:ext cx="1645800" cy="6801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rPr lang="en"/>
              <a:t>Oil and gas production data from PA/WV wells was available, but not for the full set of years we were looking to analyze.</a:t>
            </a:r>
            <a:endParaRPr/>
          </a:p>
        </p:txBody>
      </p:sp>
      <p:sp>
        <p:nvSpPr>
          <p:cNvPr id="762" name="Google Shape;762;p91"/>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63" name="Google Shape;763;p9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p:txBody>
      </p:sp>
      <p:sp>
        <p:nvSpPr>
          <p:cNvPr id="764" name="Google Shape;764;p91"/>
          <p:cNvSpPr txBox="1"/>
          <p:nvPr>
            <p:ph idx="8" type="body"/>
          </p:nvPr>
        </p:nvSpPr>
        <p:spPr>
          <a:xfrm>
            <a:off x="3698775" y="3618975"/>
            <a:ext cx="1645800" cy="6801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rPr lang="en"/>
              <a:t>No response from ODNR for our request to access Form 13 Brine Hauling Logs.</a:t>
            </a:r>
            <a:endParaRPr/>
          </a:p>
        </p:txBody>
      </p:sp>
      <p:sp>
        <p:nvSpPr>
          <p:cNvPr id="765" name="Google Shape;765;p91"/>
          <p:cNvSpPr txBox="1"/>
          <p:nvPr>
            <p:ph idx="6" type="subTitle"/>
          </p:nvPr>
        </p:nvSpPr>
        <p:spPr>
          <a:xfrm>
            <a:off x="6808938" y="2586820"/>
            <a:ext cx="1645800" cy="152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03</a:t>
            </a:r>
            <a:endParaRPr/>
          </a:p>
        </p:txBody>
      </p:sp>
      <p:sp>
        <p:nvSpPr>
          <p:cNvPr id="766" name="Google Shape;766;p91"/>
          <p:cNvSpPr txBox="1"/>
          <p:nvPr>
            <p:ph idx="14" type="body"/>
          </p:nvPr>
        </p:nvSpPr>
        <p:spPr>
          <a:xfrm>
            <a:off x="635350" y="3618975"/>
            <a:ext cx="1645800" cy="6801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rPr lang="en"/>
              <a:t>Lacked dataset containing flag for well type for PA and WV, so we could not explore how injection patterns vary by state..</a:t>
            </a:r>
            <a:endParaRPr/>
          </a:p>
        </p:txBody>
      </p:sp>
      <p:sp>
        <p:nvSpPr>
          <p:cNvPr id="767" name="Google Shape;767;p91"/>
          <p:cNvSpPr txBox="1"/>
          <p:nvPr>
            <p:ph idx="7" type="subTitle"/>
          </p:nvPr>
        </p:nvSpPr>
        <p:spPr>
          <a:xfrm>
            <a:off x="6808938" y="2791120"/>
            <a:ext cx="1645800" cy="15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latin typeface="DM Sans"/>
                <a:ea typeface="DM Sans"/>
                <a:cs typeface="DM Sans"/>
                <a:sym typeface="DM Sans"/>
              </a:rPr>
              <a:t>INCOMPLETE PA/WV PRODUCTION DATA</a:t>
            </a:r>
            <a:endParaRPr b="1">
              <a:latin typeface="DM Sans"/>
              <a:ea typeface="DM Sans"/>
              <a:cs typeface="DM Sans"/>
              <a:sym typeface="DM Sans"/>
            </a:endParaRPr>
          </a:p>
        </p:txBody>
      </p:sp>
      <p:sp>
        <p:nvSpPr>
          <p:cNvPr id="768" name="Google Shape;768;p91"/>
          <p:cNvSpPr txBox="1"/>
          <p:nvPr>
            <p:ph idx="9" type="subTitle"/>
          </p:nvPr>
        </p:nvSpPr>
        <p:spPr>
          <a:xfrm>
            <a:off x="3698775" y="2576995"/>
            <a:ext cx="1645800" cy="152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02</a:t>
            </a:r>
            <a:endParaRPr/>
          </a:p>
        </p:txBody>
      </p:sp>
      <p:sp>
        <p:nvSpPr>
          <p:cNvPr id="769" name="Google Shape;769;p91"/>
          <p:cNvSpPr txBox="1"/>
          <p:nvPr>
            <p:ph idx="13" type="subTitle"/>
          </p:nvPr>
        </p:nvSpPr>
        <p:spPr>
          <a:xfrm>
            <a:off x="3698775" y="2781295"/>
            <a:ext cx="1645800" cy="15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latin typeface="DM Sans"/>
                <a:ea typeface="DM Sans"/>
                <a:cs typeface="DM Sans"/>
                <a:sym typeface="DM Sans"/>
              </a:rPr>
              <a:t>ORIGIN OF BRINE INJECTED IN OH</a:t>
            </a:r>
            <a:endParaRPr b="1">
              <a:latin typeface="DM Sans"/>
              <a:ea typeface="DM Sans"/>
              <a:cs typeface="DM Sans"/>
              <a:sym typeface="DM Sans"/>
            </a:endParaRPr>
          </a:p>
        </p:txBody>
      </p:sp>
      <p:sp>
        <p:nvSpPr>
          <p:cNvPr id="770" name="Google Shape;770;p91"/>
          <p:cNvSpPr txBox="1"/>
          <p:nvPr>
            <p:ph idx="15" type="subTitle"/>
          </p:nvPr>
        </p:nvSpPr>
        <p:spPr>
          <a:xfrm>
            <a:off x="635350" y="2576995"/>
            <a:ext cx="1645800" cy="152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01</a:t>
            </a:r>
            <a:endParaRPr/>
          </a:p>
        </p:txBody>
      </p:sp>
      <p:sp>
        <p:nvSpPr>
          <p:cNvPr id="771" name="Google Shape;771;p91"/>
          <p:cNvSpPr txBox="1"/>
          <p:nvPr>
            <p:ph idx="16" type="subTitle"/>
          </p:nvPr>
        </p:nvSpPr>
        <p:spPr>
          <a:xfrm>
            <a:off x="635350" y="2781295"/>
            <a:ext cx="1645800" cy="15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latin typeface="DM Sans"/>
                <a:ea typeface="DM Sans"/>
                <a:cs typeface="DM Sans"/>
                <a:sym typeface="DM Sans"/>
              </a:rPr>
              <a:t>STATE-TO-STATE SWIW COMPARISON</a:t>
            </a:r>
            <a:endParaRPr b="1">
              <a:latin typeface="DM Sans"/>
              <a:ea typeface="DM Sans"/>
              <a:cs typeface="DM Sans"/>
              <a:sym typeface="DM Sans"/>
            </a:endParaRPr>
          </a:p>
        </p:txBody>
      </p:sp>
      <p:sp>
        <p:nvSpPr>
          <p:cNvPr id="772" name="Google Shape;772;p91"/>
          <p:cNvSpPr txBox="1"/>
          <p:nvPr>
            <p:ph type="title"/>
          </p:nvPr>
        </p:nvSpPr>
        <p:spPr>
          <a:xfrm>
            <a:off x="1406550" y="953307"/>
            <a:ext cx="6330900" cy="587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Our project's greatest limitation was a lack of data access.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92"/>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78" name="Google Shape;778;p9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p:txBody>
      </p:sp>
      <p:sp>
        <p:nvSpPr>
          <p:cNvPr id="779" name="Google Shape;779;p92"/>
          <p:cNvSpPr txBox="1"/>
          <p:nvPr>
            <p:ph idx="2" type="body"/>
          </p:nvPr>
        </p:nvSpPr>
        <p:spPr>
          <a:xfrm>
            <a:off x="1812350" y="4195275"/>
            <a:ext cx="5519400" cy="7062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sz="1300"/>
              <a:t>With over 73,000 production wells in the full dataset, creating a fixed effect for each model was too computationally intensive.</a:t>
            </a:r>
            <a:endParaRPr sz="1300"/>
          </a:p>
          <a:p>
            <a:pPr indent="0" lvl="0" marL="0" rtl="0" algn="ctr">
              <a:spcBef>
                <a:spcPts val="0"/>
              </a:spcBef>
              <a:spcAft>
                <a:spcPts val="0"/>
              </a:spcAft>
              <a:buNone/>
            </a:pPr>
            <a:r>
              <a:t/>
            </a:r>
            <a:endParaRPr sz="1300"/>
          </a:p>
          <a:p>
            <a:pPr indent="0" lvl="0" marL="0" rtl="0" algn="ctr">
              <a:spcBef>
                <a:spcPts val="0"/>
              </a:spcBef>
              <a:spcAft>
                <a:spcPts val="0"/>
              </a:spcAft>
              <a:buNone/>
            </a:pPr>
            <a:r>
              <a:rPr lang="en" sz="1300"/>
              <a:t>Thus, we limited to only consider wells within </a:t>
            </a:r>
            <a:r>
              <a:rPr lang="en" sz="1300"/>
              <a:t>3km</a:t>
            </a:r>
            <a:r>
              <a:rPr lang="en" sz="1300"/>
              <a:t> of the nearest SWIW.</a:t>
            </a:r>
            <a:endParaRPr sz="1300"/>
          </a:p>
        </p:txBody>
      </p:sp>
      <p:sp>
        <p:nvSpPr>
          <p:cNvPr id="780" name="Google Shape;780;p92"/>
          <p:cNvSpPr txBox="1"/>
          <p:nvPr>
            <p:ph type="title"/>
          </p:nvPr>
        </p:nvSpPr>
        <p:spPr>
          <a:xfrm>
            <a:off x="719400" y="609538"/>
            <a:ext cx="7705200" cy="338700"/>
          </a:xfrm>
          <a:prstGeom prst="rect">
            <a:avLst/>
          </a:prstGeom>
        </p:spPr>
        <p:txBody>
          <a:bodyPr anchorCtr="0" anchor="t" bIns="0" lIns="0" spcFirstLastPara="1" rIns="0" wrap="square" tIns="0">
            <a:spAutoFit/>
          </a:bodyPr>
          <a:lstStyle/>
          <a:p>
            <a:pPr indent="0" lvl="0" marL="0" rtl="0" algn="ctr">
              <a:lnSpc>
                <a:spcPct val="100000"/>
              </a:lnSpc>
              <a:spcBef>
                <a:spcPts val="0"/>
              </a:spcBef>
              <a:spcAft>
                <a:spcPts val="0"/>
              </a:spcAft>
              <a:buNone/>
            </a:pPr>
            <a:r>
              <a:rPr lang="en"/>
              <a:t>Our project was also limited by computational complexity.</a:t>
            </a:r>
            <a:endParaRPr i="1"/>
          </a:p>
        </p:txBody>
      </p:sp>
      <p:pic>
        <p:nvPicPr>
          <p:cNvPr id="781" name="Google Shape;781;p92"/>
          <p:cNvPicPr preferRelativeResize="0"/>
          <p:nvPr/>
        </p:nvPicPr>
        <p:blipFill>
          <a:blip r:embed="rId3">
            <a:alphaModFix/>
          </a:blip>
          <a:stretch>
            <a:fillRect/>
          </a:stretch>
        </p:blipFill>
        <p:spPr>
          <a:xfrm>
            <a:off x="3313500" y="1307138"/>
            <a:ext cx="2517000" cy="25292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93"/>
          <p:cNvSpPr/>
          <p:nvPr/>
        </p:nvSpPr>
        <p:spPr>
          <a:xfrm>
            <a:off x="4565475" y="732776"/>
            <a:ext cx="4578600" cy="127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787" name="Google Shape;787;p93"/>
          <p:cNvSpPr/>
          <p:nvPr/>
        </p:nvSpPr>
        <p:spPr>
          <a:xfrm>
            <a:off x="4565475" y="2009342"/>
            <a:ext cx="4578600" cy="1276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788" name="Google Shape;788;p93"/>
          <p:cNvSpPr/>
          <p:nvPr/>
        </p:nvSpPr>
        <p:spPr>
          <a:xfrm>
            <a:off x="4565475" y="3281209"/>
            <a:ext cx="4578600" cy="1276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789" name="Google Shape;789;p93"/>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90" name="Google Shape;790;p9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Two Birds One Stonebridge</a:t>
            </a:r>
            <a:endParaRPr/>
          </a:p>
        </p:txBody>
      </p:sp>
      <p:sp>
        <p:nvSpPr>
          <p:cNvPr id="791" name="Google Shape;791;p93"/>
          <p:cNvSpPr txBox="1"/>
          <p:nvPr>
            <p:ph idx="2" type="body"/>
          </p:nvPr>
        </p:nvSpPr>
        <p:spPr>
          <a:xfrm>
            <a:off x="4845475" y="1361028"/>
            <a:ext cx="3382500" cy="461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With a non-DiD structure, we may be able to use the full set of data to see how </a:t>
            </a:r>
            <a:r>
              <a:rPr lang="en"/>
              <a:t>production</a:t>
            </a:r>
            <a:r>
              <a:rPr lang="en"/>
              <a:t> changes for all wells, not just those inside of 3km.</a:t>
            </a:r>
            <a:endParaRPr/>
          </a:p>
        </p:txBody>
      </p:sp>
      <p:sp>
        <p:nvSpPr>
          <p:cNvPr id="792" name="Google Shape;792;p93"/>
          <p:cNvSpPr txBox="1"/>
          <p:nvPr>
            <p:ph idx="3" type="subTitle"/>
          </p:nvPr>
        </p:nvSpPr>
        <p:spPr>
          <a:xfrm>
            <a:off x="4845475" y="1028375"/>
            <a:ext cx="3860100" cy="215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a:t>Improve Model Structure, Model Full Dataset</a:t>
            </a:r>
            <a:endParaRPr b="1"/>
          </a:p>
        </p:txBody>
      </p:sp>
      <p:sp>
        <p:nvSpPr>
          <p:cNvPr id="793" name="Google Shape;793;p93"/>
          <p:cNvSpPr txBox="1"/>
          <p:nvPr>
            <p:ph idx="4" type="body"/>
          </p:nvPr>
        </p:nvSpPr>
        <p:spPr>
          <a:xfrm>
            <a:off x="4845475" y="2595875"/>
            <a:ext cx="3612000" cy="461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Future research should again attempt to obtain brine hauling logs and explore where the injected brine comes from and how much is injected in OH vs neighboring states.</a:t>
            </a:r>
            <a:endParaRPr/>
          </a:p>
        </p:txBody>
      </p:sp>
      <p:sp>
        <p:nvSpPr>
          <p:cNvPr id="794" name="Google Shape;794;p93"/>
          <p:cNvSpPr txBox="1"/>
          <p:nvPr>
            <p:ph idx="5" type="subTitle"/>
          </p:nvPr>
        </p:nvSpPr>
        <p:spPr>
          <a:xfrm>
            <a:off x="4845475" y="2263225"/>
            <a:ext cx="3705900" cy="215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a:t>Obtain Brine Logs and Investigate Origins</a:t>
            </a:r>
            <a:endParaRPr b="1"/>
          </a:p>
        </p:txBody>
      </p:sp>
      <p:sp>
        <p:nvSpPr>
          <p:cNvPr id="795" name="Google Shape;795;p93"/>
          <p:cNvSpPr txBox="1"/>
          <p:nvPr>
            <p:ph idx="6" type="body"/>
          </p:nvPr>
        </p:nvSpPr>
        <p:spPr>
          <a:xfrm>
            <a:off x="4845475" y="3870075"/>
            <a:ext cx="3494400" cy="461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Our analysis only considers wells with production both before and after the split date. This fails to account for wells who cease production entirely due to SWIW impact.</a:t>
            </a:r>
            <a:endParaRPr/>
          </a:p>
        </p:txBody>
      </p:sp>
      <p:sp>
        <p:nvSpPr>
          <p:cNvPr id="796" name="Google Shape;796;p93"/>
          <p:cNvSpPr txBox="1"/>
          <p:nvPr>
            <p:ph idx="7" type="subTitle"/>
          </p:nvPr>
        </p:nvSpPr>
        <p:spPr>
          <a:xfrm>
            <a:off x="4845475" y="3537427"/>
            <a:ext cx="3382500" cy="215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a:t>Examine Wells That Cease Production</a:t>
            </a:r>
            <a:endParaRPr b="1"/>
          </a:p>
        </p:txBody>
      </p:sp>
      <p:sp>
        <p:nvSpPr>
          <p:cNvPr id="797" name="Google Shape;797;p93"/>
          <p:cNvSpPr txBox="1"/>
          <p:nvPr>
            <p:ph type="title"/>
          </p:nvPr>
        </p:nvSpPr>
        <p:spPr>
          <a:xfrm>
            <a:off x="399750" y="2139705"/>
            <a:ext cx="3860100" cy="10158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a:t>We believe these three steps can expand our research to provide more robust results.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